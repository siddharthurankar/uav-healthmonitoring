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  <p:sldMasterId id="2147483774" r:id="rId5"/>
    <p:sldMasterId id="2147483780" r:id="rId6"/>
  </p:sldMasterIdLst>
  <p:notesMasterIdLst>
    <p:notesMasterId r:id="rId19"/>
  </p:notesMasterIdLst>
  <p:handoutMasterIdLst>
    <p:handoutMasterId r:id="rId20"/>
  </p:handoutMasterIdLst>
  <p:sldIdLst>
    <p:sldId id="344" r:id="rId7"/>
    <p:sldId id="2147477164" r:id="rId8"/>
    <p:sldId id="2147477165" r:id="rId9"/>
    <p:sldId id="2147477181" r:id="rId10"/>
    <p:sldId id="2147477182" r:id="rId11"/>
    <p:sldId id="2147477177" r:id="rId12"/>
    <p:sldId id="2147477184" r:id="rId13"/>
    <p:sldId id="2147477185" r:id="rId14"/>
    <p:sldId id="2147477186" r:id="rId15"/>
    <p:sldId id="2147477187" r:id="rId16"/>
    <p:sldId id="2147477188" r:id="rId17"/>
    <p:sldId id="2147477159" r:id="rId18"/>
  </p:sldIdLst>
  <p:sldSz cx="12192000" cy="6858000"/>
  <p:notesSz cx="6794500" cy="99822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2F2F2"/>
    <a:srgbClr val="006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2F6E3-D6BC-462B-B029-8919D852FA97}" v="73" dt="2025-10-28T00:51:51.197"/>
    <p1510:client id="{EDEACF58-2FEE-C93D-9D70-8C3B4B10333D}" v="333" dt="2025-10-28T01:09:50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32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9EB682-431A-4311-B0B5-603E78C4592D}" type="doc">
      <dgm:prSet loTypeId="urn:microsoft.com/office/officeart/2005/8/layout/hChevron3" loCatId="process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A7E2538-64C4-4F1F-B406-D667849F9752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Vehicle Trust</a:t>
          </a:r>
        </a:p>
      </dgm:t>
    </dgm:pt>
    <dgm:pt modelId="{2F48EA17-1588-44AE-9FB8-2ED4A1D033BA}" type="parTrans" cxnId="{3CA18FA3-A95F-49DD-BC6B-62EE23AC0B77}">
      <dgm:prSet/>
      <dgm:spPr/>
      <dgm:t>
        <a:bodyPr/>
        <a:lstStyle/>
        <a:p>
          <a:endParaRPr lang="en-US"/>
        </a:p>
      </dgm:t>
    </dgm:pt>
    <dgm:pt modelId="{94FE564D-E664-4766-BE73-23D54BDB2D60}" type="sibTrans" cxnId="{3CA18FA3-A95F-49DD-BC6B-62EE23AC0B77}">
      <dgm:prSet/>
      <dgm:spPr/>
      <dgm:t>
        <a:bodyPr/>
        <a:lstStyle/>
        <a:p>
          <a:endParaRPr lang="en-US"/>
        </a:p>
      </dgm:t>
    </dgm:pt>
    <dgm:pt modelId="{F3214F11-28D8-4EC0-BD7E-19FB37C906AD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Airworthiness Assessments </a:t>
          </a:r>
        </a:p>
      </dgm:t>
    </dgm:pt>
    <dgm:pt modelId="{FFC31394-856A-446D-96DE-8F06BDD288A7}" type="parTrans" cxnId="{93AD1DA2-0D19-4170-8CC5-916C59C22AAF}">
      <dgm:prSet/>
      <dgm:spPr/>
      <dgm:t>
        <a:bodyPr/>
        <a:lstStyle/>
        <a:p>
          <a:endParaRPr lang="en-US"/>
        </a:p>
      </dgm:t>
    </dgm:pt>
    <dgm:pt modelId="{B08BDE22-9D9F-4725-A037-197C0EAAEBE7}" type="sibTrans" cxnId="{93AD1DA2-0D19-4170-8CC5-916C59C22AAF}">
      <dgm:prSet/>
      <dgm:spPr/>
      <dgm:t>
        <a:bodyPr/>
        <a:lstStyle/>
        <a:p>
          <a:endParaRPr lang="en-US"/>
        </a:p>
      </dgm:t>
    </dgm:pt>
    <dgm:pt modelId="{33B284D4-95BD-4F12-9249-F400FFC683A8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Major Risk Factors </a:t>
          </a:r>
        </a:p>
      </dgm:t>
    </dgm:pt>
    <dgm:pt modelId="{2D3F830F-0A1D-4EED-BEAA-1DAC3338F5E5}" type="parTrans" cxnId="{21984FEC-4000-4EBD-8BF2-D74C62370462}">
      <dgm:prSet/>
      <dgm:spPr/>
      <dgm:t>
        <a:bodyPr/>
        <a:lstStyle/>
        <a:p>
          <a:endParaRPr lang="en-US"/>
        </a:p>
      </dgm:t>
    </dgm:pt>
    <dgm:pt modelId="{BB441C88-161D-472B-A8E8-A50F207F471C}" type="sibTrans" cxnId="{21984FEC-4000-4EBD-8BF2-D74C62370462}">
      <dgm:prSet/>
      <dgm:spPr/>
      <dgm:t>
        <a:bodyPr/>
        <a:lstStyle/>
        <a:p>
          <a:endParaRPr lang="en-US"/>
        </a:p>
      </dgm:t>
    </dgm:pt>
    <dgm:pt modelId="{23D57A97-7AC6-4D97-B503-A61F8D49581E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Powertrain</a:t>
          </a:r>
        </a:p>
      </dgm:t>
    </dgm:pt>
    <dgm:pt modelId="{EAD1B8E9-EB66-4048-A108-C49D1B66957F}" type="parTrans" cxnId="{6450656D-05DF-4DE4-B22F-1ACEC012C093}">
      <dgm:prSet/>
      <dgm:spPr/>
      <dgm:t>
        <a:bodyPr/>
        <a:lstStyle/>
        <a:p>
          <a:endParaRPr lang="en-US"/>
        </a:p>
      </dgm:t>
    </dgm:pt>
    <dgm:pt modelId="{5E1ABD98-5082-4C3D-A06E-BADC2C8FA4BE}" type="sibTrans" cxnId="{6450656D-05DF-4DE4-B22F-1ACEC012C093}">
      <dgm:prSet/>
      <dgm:spPr/>
      <dgm:t>
        <a:bodyPr/>
        <a:lstStyle/>
        <a:p>
          <a:endParaRPr lang="en-US"/>
        </a:p>
      </dgm:t>
    </dgm:pt>
    <dgm:pt modelId="{E76C5E73-DDDB-42EC-AFC3-FEDD70AF36AE}" type="pres">
      <dgm:prSet presAssocID="{199EB682-431A-4311-B0B5-603E78C4592D}" presName="Name0" presStyleCnt="0">
        <dgm:presLayoutVars>
          <dgm:dir/>
          <dgm:resizeHandles val="exact"/>
        </dgm:presLayoutVars>
      </dgm:prSet>
      <dgm:spPr/>
    </dgm:pt>
    <dgm:pt modelId="{F61D7DB7-D8A6-45A4-B3B8-EBEBA49F68E0}" type="pres">
      <dgm:prSet presAssocID="{4A7E2538-64C4-4F1F-B406-D667849F9752}" presName="parTxOnly" presStyleLbl="node1" presStyleIdx="0" presStyleCnt="4">
        <dgm:presLayoutVars>
          <dgm:bulletEnabled val="1"/>
        </dgm:presLayoutVars>
      </dgm:prSet>
      <dgm:spPr/>
    </dgm:pt>
    <dgm:pt modelId="{A093F039-4202-4CAB-9062-44DF36E7D24F}" type="pres">
      <dgm:prSet presAssocID="{94FE564D-E664-4766-BE73-23D54BDB2D60}" presName="parSpace" presStyleCnt="0"/>
      <dgm:spPr/>
    </dgm:pt>
    <dgm:pt modelId="{3B84B8C2-58E9-4AE8-B632-AB263EA5684D}" type="pres">
      <dgm:prSet presAssocID="{F3214F11-28D8-4EC0-BD7E-19FB37C906AD}" presName="parTxOnly" presStyleLbl="node1" presStyleIdx="1" presStyleCnt="4">
        <dgm:presLayoutVars>
          <dgm:bulletEnabled val="1"/>
        </dgm:presLayoutVars>
      </dgm:prSet>
      <dgm:spPr/>
    </dgm:pt>
    <dgm:pt modelId="{472911C4-2837-40E1-B839-565454E07D2F}" type="pres">
      <dgm:prSet presAssocID="{B08BDE22-9D9F-4725-A037-197C0EAAEBE7}" presName="parSpace" presStyleCnt="0"/>
      <dgm:spPr/>
    </dgm:pt>
    <dgm:pt modelId="{E0593C3A-915C-4F34-B097-99CDE553928F}" type="pres">
      <dgm:prSet presAssocID="{33B284D4-95BD-4F12-9249-F400FFC683A8}" presName="parTxOnly" presStyleLbl="node1" presStyleIdx="2" presStyleCnt="4">
        <dgm:presLayoutVars>
          <dgm:bulletEnabled val="1"/>
        </dgm:presLayoutVars>
      </dgm:prSet>
      <dgm:spPr/>
    </dgm:pt>
    <dgm:pt modelId="{37F1D9AB-8E23-4379-AFB1-E8ED6F2F74AE}" type="pres">
      <dgm:prSet presAssocID="{BB441C88-161D-472B-A8E8-A50F207F471C}" presName="parSpace" presStyleCnt="0"/>
      <dgm:spPr/>
    </dgm:pt>
    <dgm:pt modelId="{BF99EEBC-990C-43C2-96B6-F0596865F4C9}" type="pres">
      <dgm:prSet presAssocID="{23D57A97-7AC6-4D97-B503-A61F8D49581E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4278C506-C8CD-4164-9E36-553E3D8AE97D}" type="presOf" srcId="{33B284D4-95BD-4F12-9249-F400FFC683A8}" destId="{E0593C3A-915C-4F34-B097-99CDE553928F}" srcOrd="0" destOrd="0" presId="urn:microsoft.com/office/officeart/2005/8/layout/hChevron3"/>
    <dgm:cxn modelId="{EE319764-519F-4E30-B7E9-CEAE921B05BE}" type="presOf" srcId="{F3214F11-28D8-4EC0-BD7E-19FB37C906AD}" destId="{3B84B8C2-58E9-4AE8-B632-AB263EA5684D}" srcOrd="0" destOrd="0" presId="urn:microsoft.com/office/officeart/2005/8/layout/hChevron3"/>
    <dgm:cxn modelId="{FD16B746-3960-494B-885B-BDBD5882A1A7}" type="presOf" srcId="{4A7E2538-64C4-4F1F-B406-D667849F9752}" destId="{F61D7DB7-D8A6-45A4-B3B8-EBEBA49F68E0}" srcOrd="0" destOrd="0" presId="urn:microsoft.com/office/officeart/2005/8/layout/hChevron3"/>
    <dgm:cxn modelId="{6450656D-05DF-4DE4-B22F-1ACEC012C093}" srcId="{199EB682-431A-4311-B0B5-603E78C4592D}" destId="{23D57A97-7AC6-4D97-B503-A61F8D49581E}" srcOrd="3" destOrd="0" parTransId="{EAD1B8E9-EB66-4048-A108-C49D1B66957F}" sibTransId="{5E1ABD98-5082-4C3D-A06E-BADC2C8FA4BE}"/>
    <dgm:cxn modelId="{A9098D54-4559-41D6-92AB-2D13281015E1}" type="presOf" srcId="{23D57A97-7AC6-4D97-B503-A61F8D49581E}" destId="{BF99EEBC-990C-43C2-96B6-F0596865F4C9}" srcOrd="0" destOrd="0" presId="urn:microsoft.com/office/officeart/2005/8/layout/hChevron3"/>
    <dgm:cxn modelId="{08B6CE81-F304-4C98-9BC0-FB982086C6E7}" type="presOf" srcId="{199EB682-431A-4311-B0B5-603E78C4592D}" destId="{E76C5E73-DDDB-42EC-AFC3-FEDD70AF36AE}" srcOrd="0" destOrd="0" presId="urn:microsoft.com/office/officeart/2005/8/layout/hChevron3"/>
    <dgm:cxn modelId="{93AD1DA2-0D19-4170-8CC5-916C59C22AAF}" srcId="{199EB682-431A-4311-B0B5-603E78C4592D}" destId="{F3214F11-28D8-4EC0-BD7E-19FB37C906AD}" srcOrd="1" destOrd="0" parTransId="{FFC31394-856A-446D-96DE-8F06BDD288A7}" sibTransId="{B08BDE22-9D9F-4725-A037-197C0EAAEBE7}"/>
    <dgm:cxn modelId="{3CA18FA3-A95F-49DD-BC6B-62EE23AC0B77}" srcId="{199EB682-431A-4311-B0B5-603E78C4592D}" destId="{4A7E2538-64C4-4F1F-B406-D667849F9752}" srcOrd="0" destOrd="0" parTransId="{2F48EA17-1588-44AE-9FB8-2ED4A1D033BA}" sibTransId="{94FE564D-E664-4766-BE73-23D54BDB2D60}"/>
    <dgm:cxn modelId="{21984FEC-4000-4EBD-8BF2-D74C62370462}" srcId="{199EB682-431A-4311-B0B5-603E78C4592D}" destId="{33B284D4-95BD-4F12-9249-F400FFC683A8}" srcOrd="2" destOrd="0" parTransId="{2D3F830F-0A1D-4EED-BEAA-1DAC3338F5E5}" sibTransId="{BB441C88-161D-472B-A8E8-A50F207F471C}"/>
    <dgm:cxn modelId="{EA47E888-70BC-4F65-99F3-DF5260481757}" type="presParOf" srcId="{E76C5E73-DDDB-42EC-AFC3-FEDD70AF36AE}" destId="{F61D7DB7-D8A6-45A4-B3B8-EBEBA49F68E0}" srcOrd="0" destOrd="0" presId="urn:microsoft.com/office/officeart/2005/8/layout/hChevron3"/>
    <dgm:cxn modelId="{5333FF03-42A6-44ED-9CFE-CF744EF50601}" type="presParOf" srcId="{E76C5E73-DDDB-42EC-AFC3-FEDD70AF36AE}" destId="{A093F039-4202-4CAB-9062-44DF36E7D24F}" srcOrd="1" destOrd="0" presId="urn:microsoft.com/office/officeart/2005/8/layout/hChevron3"/>
    <dgm:cxn modelId="{D58EE2C1-83F3-40D0-B3ED-D04E8D9F7F74}" type="presParOf" srcId="{E76C5E73-DDDB-42EC-AFC3-FEDD70AF36AE}" destId="{3B84B8C2-58E9-4AE8-B632-AB263EA5684D}" srcOrd="2" destOrd="0" presId="urn:microsoft.com/office/officeart/2005/8/layout/hChevron3"/>
    <dgm:cxn modelId="{BA9C814F-8A5B-4577-86D0-4A5A14D4849B}" type="presParOf" srcId="{E76C5E73-DDDB-42EC-AFC3-FEDD70AF36AE}" destId="{472911C4-2837-40E1-B839-565454E07D2F}" srcOrd="3" destOrd="0" presId="urn:microsoft.com/office/officeart/2005/8/layout/hChevron3"/>
    <dgm:cxn modelId="{663E7041-EFBA-42AD-B683-109F7F76EF3B}" type="presParOf" srcId="{E76C5E73-DDDB-42EC-AFC3-FEDD70AF36AE}" destId="{E0593C3A-915C-4F34-B097-99CDE553928F}" srcOrd="4" destOrd="0" presId="urn:microsoft.com/office/officeart/2005/8/layout/hChevron3"/>
    <dgm:cxn modelId="{CC8A7391-5B4A-4F26-8DB2-7BD653172EB5}" type="presParOf" srcId="{E76C5E73-DDDB-42EC-AFC3-FEDD70AF36AE}" destId="{37F1D9AB-8E23-4379-AFB1-E8ED6F2F74AE}" srcOrd="5" destOrd="0" presId="urn:microsoft.com/office/officeart/2005/8/layout/hChevron3"/>
    <dgm:cxn modelId="{3565F0B2-6264-40DF-88C9-C33C7ACB2C0E}" type="presParOf" srcId="{E76C5E73-DDDB-42EC-AFC3-FEDD70AF36AE}" destId="{BF99EEBC-990C-43C2-96B6-F0596865F4C9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1D7DB7-D8A6-45A4-B3B8-EBEBA49F68E0}">
      <dsp:nvSpPr>
        <dsp:cNvPr id="0" name=""/>
        <dsp:cNvSpPr/>
      </dsp:nvSpPr>
      <dsp:spPr>
        <a:xfrm>
          <a:off x="2337" y="386428"/>
          <a:ext cx="2345180" cy="938072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Vehicle Trust</a:t>
          </a:r>
        </a:p>
      </dsp:txBody>
      <dsp:txXfrm>
        <a:off x="2337" y="386428"/>
        <a:ext cx="2110662" cy="938072"/>
      </dsp:txXfrm>
    </dsp:sp>
    <dsp:sp modelId="{3B84B8C2-58E9-4AE8-B632-AB263EA5684D}">
      <dsp:nvSpPr>
        <dsp:cNvPr id="0" name=""/>
        <dsp:cNvSpPr/>
      </dsp:nvSpPr>
      <dsp:spPr>
        <a:xfrm>
          <a:off x="1878481" y="386428"/>
          <a:ext cx="2345180" cy="93807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Airworthiness Assessments </a:t>
          </a:r>
        </a:p>
      </dsp:txBody>
      <dsp:txXfrm>
        <a:off x="2347517" y="386428"/>
        <a:ext cx="1407108" cy="938072"/>
      </dsp:txXfrm>
    </dsp:sp>
    <dsp:sp modelId="{E0593C3A-915C-4F34-B097-99CDE553928F}">
      <dsp:nvSpPr>
        <dsp:cNvPr id="0" name=""/>
        <dsp:cNvSpPr/>
      </dsp:nvSpPr>
      <dsp:spPr>
        <a:xfrm>
          <a:off x="3754625" y="386428"/>
          <a:ext cx="2345180" cy="93807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Major Risk Factors </a:t>
          </a:r>
        </a:p>
      </dsp:txBody>
      <dsp:txXfrm>
        <a:off x="4223661" y="386428"/>
        <a:ext cx="1407108" cy="938072"/>
      </dsp:txXfrm>
    </dsp:sp>
    <dsp:sp modelId="{BF99EEBC-990C-43C2-96B6-F0596865F4C9}">
      <dsp:nvSpPr>
        <dsp:cNvPr id="0" name=""/>
        <dsp:cNvSpPr/>
      </dsp:nvSpPr>
      <dsp:spPr>
        <a:xfrm>
          <a:off x="5630770" y="386428"/>
          <a:ext cx="2345180" cy="93807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Powertrain</a:t>
          </a:r>
        </a:p>
      </dsp:txBody>
      <dsp:txXfrm>
        <a:off x="6099806" y="386428"/>
        <a:ext cx="1407108" cy="9380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1CC96FE-26D6-E84E-AFB1-04A0D52CE1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51F8975-F013-E546-A52D-092412AF3C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6D8C0-9C28-7C4F-81F3-12AEA5F6E46B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64510F-5759-6840-B811-4AC8B4100A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82138"/>
            <a:ext cx="2944813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D5DB11-215C-5C46-B3A0-E5FE5F3B68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82138"/>
            <a:ext cx="2944813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0D105-1423-0C49-95EC-3E5F7F4939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3244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B3DF5-8005-3E4F-A84A-E62A07E77557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03225" y="1247775"/>
            <a:ext cx="5988050" cy="3368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803775"/>
            <a:ext cx="5435600" cy="3930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82138"/>
            <a:ext cx="2944813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8100" y="9482138"/>
            <a:ext cx="2944813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DE6DA-218A-8F44-9DFA-7F0D5994B35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353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03225" y="1247775"/>
            <a:ext cx="5988050" cy="33686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FDE6DA-218A-8F44-9DFA-7F0D5994B35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487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EBE4-8C1E-747B-009F-C8BCF808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03B081F-9F6B-B26C-C10C-4B24F4DEA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225" y="1247775"/>
            <a:ext cx="5988050" cy="3368675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AFEBBA5-782D-FBC4-6C5F-22692136D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8C41CF-2779-6FF6-CBDC-6111C5C38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FDE6DA-218A-8F44-9DFA-7F0D5994B353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449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4948" y="1617366"/>
            <a:ext cx="9274827" cy="1668761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noProof="0" err="1"/>
              <a:t>Mastertitelformat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54948" y="3933056"/>
            <a:ext cx="9313333" cy="432048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INFRA-AV, HS2019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670C025-315D-E046-8020-433C86050689}"/>
              </a:ext>
            </a:extLst>
          </p:cNvPr>
          <p:cNvSpPr txBox="1"/>
          <p:nvPr userDrawn="1"/>
        </p:nvSpPr>
        <p:spPr>
          <a:xfrm>
            <a:off x="154947" y="6104332"/>
            <a:ext cx="9190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/>
              <a:t>Manuel Waltert, </a:t>
            </a:r>
            <a:r>
              <a:rPr lang="en-CA" sz="1200" err="1"/>
              <a:t>Zentrum</a:t>
            </a:r>
            <a:r>
              <a:rPr lang="en-CA" sz="1200"/>
              <a:t> </a:t>
            </a:r>
            <a:r>
              <a:rPr lang="en-CA" sz="1200" err="1"/>
              <a:t>für</a:t>
            </a:r>
            <a:r>
              <a:rPr lang="en-CA" sz="1200"/>
              <a:t> </a:t>
            </a:r>
            <a:r>
              <a:rPr lang="en-CA" sz="1200" err="1"/>
              <a:t>Aviatik</a:t>
            </a:r>
            <a:r>
              <a:rPr lang="en-CA" sz="1200"/>
              <a:t>, </a:t>
            </a:r>
            <a:r>
              <a:rPr lang="en-CA" sz="1200" err="1"/>
              <a:t>Zürcher</a:t>
            </a:r>
            <a:r>
              <a:rPr lang="en-CA" sz="1200"/>
              <a:t> Hochschule </a:t>
            </a:r>
            <a:r>
              <a:rPr lang="en-CA" sz="1200" err="1"/>
              <a:t>für</a:t>
            </a:r>
            <a:r>
              <a:rPr lang="en-CA" sz="1200"/>
              <a:t> </a:t>
            </a:r>
            <a:r>
              <a:rPr lang="en-CA" sz="1200" err="1"/>
              <a:t>Angewandte</a:t>
            </a:r>
            <a:r>
              <a:rPr lang="en-CA" sz="1200"/>
              <a:t> </a:t>
            </a:r>
            <a:r>
              <a:rPr lang="en-CA" sz="1200" err="1"/>
              <a:t>Wissenschaften</a:t>
            </a:r>
            <a:endParaRPr lang="en-CA" sz="1200"/>
          </a:p>
        </p:txBody>
      </p:sp>
    </p:spTree>
    <p:extLst>
      <p:ext uri="{BB962C8B-B14F-4D97-AF65-F5344CB8AC3E}">
        <p14:creationId xmlns:p14="http://schemas.microsoft.com/office/powerpoint/2010/main" val="1576162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8C340C-EF02-2845-BA1D-EE0A881BF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16635"/>
            <a:ext cx="9262533" cy="503783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1494E1-1D87-9C43-91B0-2CF245C39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316C97-2720-4749-9B4E-B27224D34E08}" type="datetime1">
              <a:rPr lang="de-CH" noProof="0" smtClean="0"/>
              <a:t>27.10.2025</a:t>
            </a:fld>
            <a:endParaRPr lang="en-CA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985BF9-2909-9244-9B3D-A885DE98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5E9355-30DB-9042-A93C-EF0D2B261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E62064-3020-486C-B189-0E9359D7A6F7}" type="slidenum">
              <a:rPr lang="en-CA" noProof="0" smtClean="0"/>
              <a:pPr>
                <a:defRPr/>
              </a:pPr>
              <a:t>‹#›</a:t>
            </a:fld>
            <a:endParaRPr lang="en-CA" noProof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D399DD15-4D59-E743-A9CF-D079D981088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43933" y="1340771"/>
            <a:ext cx="11880851" cy="4896543"/>
          </a:xfrm>
        </p:spPr>
        <p:txBody>
          <a:bodyPr/>
          <a:lstStyle/>
          <a:p>
            <a:endParaRPr lang="en-CA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4C751313-1603-0D4E-8310-854ECDD547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3935" y="618975"/>
            <a:ext cx="9262533" cy="433388"/>
          </a:xfrm>
        </p:spPr>
        <p:txBody>
          <a:bodyPr tIns="0"/>
          <a:lstStyle>
            <a:lvl1pPr marL="0" indent="0">
              <a:buNone/>
              <a:defRPr sz="2000"/>
            </a:lvl1pPr>
          </a:lstStyle>
          <a:p>
            <a:r>
              <a:rPr lang="de-DE"/>
              <a:t>Mastertextformat bearbeiten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580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1494E1-1D87-9C43-91B0-2CF245C39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642352-7BE5-1445-9209-7FE33F4CE01E}" type="datetime1">
              <a:rPr lang="de-CH" noProof="0" smtClean="0"/>
              <a:t>27.10.2025</a:t>
            </a:fld>
            <a:endParaRPr lang="en-CA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985BF9-2909-9244-9B3D-A885DE98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5E9355-30DB-9042-A93C-EF0D2B261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E62064-3020-486C-B189-0E9359D7A6F7}" type="slidenum">
              <a:rPr lang="en-CA" noProof="0" smtClean="0"/>
              <a:pPr>
                <a:defRPr/>
              </a:pPr>
              <a:t>‹#›</a:t>
            </a:fld>
            <a:endParaRPr lang="en-CA" noProof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D399DD15-4D59-E743-A9CF-D079D981088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43936" y="1340768"/>
            <a:ext cx="10428817" cy="5040982"/>
          </a:xfrm>
        </p:spPr>
        <p:txBody>
          <a:bodyPr/>
          <a:lstStyle/>
          <a:p>
            <a:endParaRPr lang="en-CA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2135DFFA-D8FF-A641-808F-3CA8626847F8}"/>
              </a:ext>
            </a:extLst>
          </p:cNvPr>
          <p:cNvCxnSpPr>
            <a:cxnSpLocks/>
          </p:cNvCxnSpPr>
          <p:nvPr userDrawn="1"/>
        </p:nvCxnSpPr>
        <p:spPr>
          <a:xfrm>
            <a:off x="10608501" y="1340768"/>
            <a:ext cx="0" cy="5040982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Titel 1">
            <a:extLst>
              <a:ext uri="{FF2B5EF4-FFF2-40B4-BE49-F238E27FC236}">
                <a16:creationId xmlns:a16="http://schemas.microsoft.com/office/drawing/2014/main" id="{ACBC8C27-5BBB-8349-BE39-9063734A8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16635"/>
            <a:ext cx="9262533" cy="503783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15" name="Inhaltsplatzhalter 12">
            <a:extLst>
              <a:ext uri="{FF2B5EF4-FFF2-40B4-BE49-F238E27FC236}">
                <a16:creationId xmlns:a16="http://schemas.microsoft.com/office/drawing/2014/main" id="{031A75FA-D355-C74C-A3A2-0BB6929E062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3935" y="618975"/>
            <a:ext cx="9262533" cy="433388"/>
          </a:xfrm>
        </p:spPr>
        <p:txBody>
          <a:bodyPr tIns="0"/>
          <a:lstStyle>
            <a:lvl1pPr marL="0" indent="0">
              <a:buNone/>
              <a:defRPr sz="2000"/>
            </a:lvl1pPr>
          </a:lstStyle>
          <a:p>
            <a:r>
              <a:rPr lang="de-DE"/>
              <a:t>Mastertextformat bearbeiten</a:t>
            </a:r>
            <a:endParaRPr lang="en-CA"/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831D4B17-EFEE-F045-9066-36BD550468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3029" y="1340771"/>
            <a:ext cx="1320800" cy="1728787"/>
          </a:xfrm>
        </p:spPr>
        <p:txBody>
          <a:bodyPr lIns="0" tIns="46800" rIns="0"/>
          <a:lstStyle>
            <a:lvl1pPr marL="0" indent="0">
              <a:buNone/>
              <a:defRPr sz="1000"/>
            </a:lvl1pPr>
          </a:lstStyle>
          <a:p>
            <a:r>
              <a:rPr lang="de-DE"/>
              <a:t>Mastertextformat bearbeiten
Zweite Ebene
Dritte Ebene
Vierte Ebene
Fünfte Ebene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7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3935" y="1340769"/>
            <a:ext cx="11904133" cy="5041353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CA" noProof="0" err="1"/>
              <a:t>Mastertextformat</a:t>
            </a:r>
            <a:r>
              <a:rPr lang="en-CA" noProof="0"/>
              <a:t> </a:t>
            </a:r>
            <a:r>
              <a:rPr lang="en-CA" noProof="0" err="1"/>
              <a:t>bearbeiten</a:t>
            </a:r>
            <a:r>
              <a:rPr lang="en-CA" noProof="0"/>
              <a:t>
</a:t>
            </a:r>
            <a:r>
              <a:rPr lang="en-CA" noProof="0" err="1"/>
              <a:t>Zweite</a:t>
            </a:r>
            <a:r>
              <a:rPr lang="en-CA" noProof="0"/>
              <a:t> </a:t>
            </a:r>
            <a:r>
              <a:rPr lang="en-CA" noProof="0" err="1"/>
              <a:t>Ebene</a:t>
            </a:r>
            <a:r>
              <a:rPr lang="en-CA" noProof="0"/>
              <a:t>
</a:t>
            </a:r>
            <a:r>
              <a:rPr lang="en-CA" noProof="0" err="1"/>
              <a:t>Dritte</a:t>
            </a:r>
            <a:r>
              <a:rPr lang="en-CA" noProof="0"/>
              <a:t> </a:t>
            </a:r>
            <a:r>
              <a:rPr lang="en-CA" noProof="0" err="1"/>
              <a:t>Ebene</a:t>
            </a:r>
            <a:r>
              <a:rPr lang="en-CA" noProof="0"/>
              <a:t>
</a:t>
            </a:r>
            <a:r>
              <a:rPr lang="en-CA" noProof="0" err="1"/>
              <a:t>Vierte</a:t>
            </a:r>
            <a:r>
              <a:rPr lang="en-CA" noProof="0"/>
              <a:t> </a:t>
            </a:r>
            <a:r>
              <a:rPr lang="en-CA" noProof="0" err="1"/>
              <a:t>Ebene</a:t>
            </a:r>
            <a:r>
              <a:rPr lang="en-CA" noProof="0"/>
              <a:t>
</a:t>
            </a:r>
            <a:r>
              <a:rPr lang="en-CA" noProof="0" err="1"/>
              <a:t>Fünfte</a:t>
            </a:r>
            <a:r>
              <a:rPr lang="en-CA" noProof="0"/>
              <a:t> </a:t>
            </a:r>
            <a:r>
              <a:rPr lang="en-CA" noProof="0" err="1"/>
              <a:t>Ebene</a:t>
            </a:r>
            <a:endParaRPr lang="en-CA" noProof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4D513-C3A2-6B41-B395-93323B27B4BE}" type="datetime1">
              <a:rPr lang="de-CH" noProof="0" smtClean="0"/>
              <a:t>27.10.2025</a:t>
            </a:fld>
            <a:endParaRPr lang="en-CA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9D594-A205-4EB6-A7BA-A35464DF8D20}" type="slidenum">
              <a:rPr lang="en-CA" noProof="0" smtClean="0"/>
              <a:pPr>
                <a:defRPr/>
              </a:pPr>
              <a:t>‹#›</a:t>
            </a:fld>
            <a:endParaRPr lang="en-CA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B1D5ABD3-7124-AA46-B030-A14773A12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16635"/>
            <a:ext cx="9262533" cy="503783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8" name="Inhaltsplatzhalter 12">
            <a:extLst>
              <a:ext uri="{FF2B5EF4-FFF2-40B4-BE49-F238E27FC236}">
                <a16:creationId xmlns:a16="http://schemas.microsoft.com/office/drawing/2014/main" id="{ED60CEAE-4597-9E48-A585-7D0F680953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3935" y="618975"/>
            <a:ext cx="9262533" cy="433388"/>
          </a:xfrm>
        </p:spPr>
        <p:txBody>
          <a:bodyPr tIns="0"/>
          <a:lstStyle>
            <a:lvl1pPr marL="0" indent="0">
              <a:buNone/>
              <a:defRPr sz="2000"/>
            </a:lvl1pPr>
          </a:lstStyle>
          <a:p>
            <a:r>
              <a:rPr lang="de-DE"/>
              <a:t>Mastertextformat bearbeiten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547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3936" y="1342305"/>
            <a:ext cx="10428817" cy="503981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CA" noProof="0" err="1"/>
              <a:t>Mastertextformat</a:t>
            </a:r>
            <a:r>
              <a:rPr lang="en-CA" noProof="0"/>
              <a:t> </a:t>
            </a:r>
            <a:r>
              <a:rPr lang="en-CA" noProof="0" err="1"/>
              <a:t>bearbeiten</a:t>
            </a:r>
            <a:r>
              <a:rPr lang="en-CA" noProof="0"/>
              <a:t>
</a:t>
            </a:r>
            <a:r>
              <a:rPr lang="en-CA" noProof="0" err="1"/>
              <a:t>Zweite</a:t>
            </a:r>
            <a:r>
              <a:rPr lang="en-CA" noProof="0"/>
              <a:t> </a:t>
            </a:r>
            <a:r>
              <a:rPr lang="en-CA" noProof="0" err="1"/>
              <a:t>Ebene</a:t>
            </a:r>
            <a:r>
              <a:rPr lang="en-CA" noProof="0"/>
              <a:t>
</a:t>
            </a:r>
            <a:r>
              <a:rPr lang="en-CA" noProof="0" err="1"/>
              <a:t>Dritte</a:t>
            </a:r>
            <a:r>
              <a:rPr lang="en-CA" noProof="0"/>
              <a:t> </a:t>
            </a:r>
            <a:r>
              <a:rPr lang="en-CA" noProof="0" err="1"/>
              <a:t>Ebene</a:t>
            </a:r>
            <a:r>
              <a:rPr lang="en-CA" noProof="0"/>
              <a:t>
</a:t>
            </a:r>
            <a:r>
              <a:rPr lang="en-CA" noProof="0" err="1"/>
              <a:t>Vierte</a:t>
            </a:r>
            <a:r>
              <a:rPr lang="en-CA" noProof="0"/>
              <a:t> </a:t>
            </a:r>
            <a:r>
              <a:rPr lang="en-CA" noProof="0" err="1"/>
              <a:t>Ebene</a:t>
            </a:r>
            <a:r>
              <a:rPr lang="en-CA" noProof="0"/>
              <a:t>
</a:t>
            </a:r>
            <a:r>
              <a:rPr lang="en-CA" noProof="0" err="1"/>
              <a:t>Fünfte</a:t>
            </a:r>
            <a:r>
              <a:rPr lang="en-CA" noProof="0"/>
              <a:t> </a:t>
            </a:r>
            <a:r>
              <a:rPr lang="en-CA" noProof="0" err="1"/>
              <a:t>Ebene</a:t>
            </a:r>
            <a:endParaRPr lang="en-CA" noProof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36748-F8F5-5A47-98D5-0A01AB5A0B12}" type="datetime1">
              <a:rPr lang="de-CH" noProof="0" smtClean="0"/>
              <a:t>27.10.2025</a:t>
            </a:fld>
            <a:endParaRPr lang="en-CA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9D594-A205-4EB6-A7BA-A35464DF8D20}" type="slidenum">
              <a:rPr lang="en-CA" noProof="0" smtClean="0"/>
              <a:pPr>
                <a:defRPr/>
              </a:pPr>
              <a:t>‹#›</a:t>
            </a:fld>
            <a:endParaRPr lang="en-CA" noProof="0"/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33D94741-0AFE-804E-85DA-B9E9FBE4FE8B}"/>
              </a:ext>
            </a:extLst>
          </p:cNvPr>
          <p:cNvCxnSpPr>
            <a:cxnSpLocks/>
          </p:cNvCxnSpPr>
          <p:nvPr userDrawn="1"/>
        </p:nvCxnSpPr>
        <p:spPr>
          <a:xfrm>
            <a:off x="10608501" y="1342305"/>
            <a:ext cx="0" cy="503981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0D26E27-F6C6-344B-B5D9-E0BEE4A76A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9044" y="1342308"/>
            <a:ext cx="1320800" cy="1728787"/>
          </a:xfrm>
        </p:spPr>
        <p:txBody>
          <a:bodyPr lIns="0" tIns="46800" rIns="0"/>
          <a:lstStyle>
            <a:lvl1pPr marL="0" indent="0">
              <a:buNone/>
              <a:defRPr sz="1000"/>
            </a:lvl1pPr>
          </a:lstStyle>
          <a:p>
            <a:r>
              <a:rPr lang="de-DE"/>
              <a:t>Mastertextformat bearbeiten
Zweite Ebene
Dritte Ebene
Vierte Ebene
Fünfte Ebene</a:t>
            </a:r>
            <a:endParaRPr lang="en-CA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96C03B3C-01F3-5944-9033-186E5290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16635"/>
            <a:ext cx="9262533" cy="503783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7DF681B9-3E97-F64F-807B-41BE0A48C8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3935" y="618975"/>
            <a:ext cx="9262533" cy="433388"/>
          </a:xfrm>
        </p:spPr>
        <p:txBody>
          <a:bodyPr tIns="0"/>
          <a:lstStyle>
            <a:lvl1pPr marL="0" indent="0">
              <a:buNone/>
              <a:defRPr sz="2000"/>
            </a:lvl1pPr>
          </a:lstStyle>
          <a:p>
            <a:r>
              <a:rPr lang="de-DE"/>
              <a:t>Mastertextformat bearbeiten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7177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995E840-118D-EE4E-96A0-038225FC6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34BAE7-9FC2-2844-AA78-7C4C49B62446}" type="datetime1">
              <a:rPr lang="de-CH" noProof="0" smtClean="0"/>
              <a:t>27.10.2025</a:t>
            </a:fld>
            <a:endParaRPr lang="en-CA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53FE49-921F-764A-BDE7-B4398641C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ACCF15-EF5D-E342-81AC-B4827F97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E62064-3020-486C-B189-0E9359D7A6F7}" type="slidenum">
              <a:rPr lang="en-CA" noProof="0" smtClean="0"/>
              <a:pPr>
                <a:defRPr/>
              </a:pPr>
              <a:t>‹#›</a:t>
            </a:fld>
            <a:endParaRPr lang="en-CA" noProof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291EC458-ABC1-D044-B113-D1FCA2864B7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619251" y="1484784"/>
            <a:ext cx="8953500" cy="4392612"/>
          </a:xfrm>
        </p:spPr>
        <p:txBody>
          <a:bodyPr/>
          <a:lstStyle/>
          <a:p>
            <a:endParaRPr lang="en-CA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ED0A1A82-4037-EE44-9A37-63FEE2F99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16635"/>
            <a:ext cx="9262533" cy="503783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9" name="Inhaltsplatzhalter 12">
            <a:extLst>
              <a:ext uri="{FF2B5EF4-FFF2-40B4-BE49-F238E27FC236}">
                <a16:creationId xmlns:a16="http://schemas.microsoft.com/office/drawing/2014/main" id="{380E7915-C8FF-064F-9D4F-0FEE64AC2C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3935" y="618975"/>
            <a:ext cx="9262533" cy="433388"/>
          </a:xfrm>
        </p:spPr>
        <p:txBody>
          <a:bodyPr tIns="0"/>
          <a:lstStyle>
            <a:lvl1pPr marL="0" indent="0">
              <a:buNone/>
              <a:defRPr sz="2000"/>
            </a:lvl1pPr>
          </a:lstStyle>
          <a:p>
            <a:r>
              <a:rPr lang="de-DE"/>
              <a:t>Mastertextformat bearbeiten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690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4948" y="1617366"/>
            <a:ext cx="9274827" cy="1668761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Mastertitelformat bearbeiten</a:t>
            </a:r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42039-3B20-1147-93FA-E6E2FA72830E}" type="datetime1">
              <a:rPr lang="de-CH" noProof="0" smtClean="0"/>
              <a:t>27.10.2025</a:t>
            </a:fld>
            <a:endParaRPr lang="en-US" noProof="0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noProof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74B87E-FD53-48EE-8883-379A50405351}" type="slidenum">
              <a:rPr lang="en-US" noProof="0" smtClean="0"/>
              <a:pPr>
                <a:defRPr/>
              </a:pPr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32010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39697" y="1412779"/>
            <a:ext cx="5765803" cy="47311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noProof="0" err="1"/>
              <a:t>Mastertextformat</a:t>
            </a:r>
            <a:r>
              <a:rPr lang="en-CA" noProof="0"/>
              <a:t> </a:t>
            </a:r>
            <a:r>
              <a:rPr lang="en-CA" noProof="0" err="1"/>
              <a:t>bearbeiten</a:t>
            </a:r>
            <a:r>
              <a:rPr lang="en-CA" noProof="0"/>
              <a:t>
</a:t>
            </a:r>
            <a:r>
              <a:rPr lang="en-CA" noProof="0" err="1"/>
              <a:t>Zweite</a:t>
            </a:r>
            <a:r>
              <a:rPr lang="en-CA" noProof="0"/>
              <a:t> </a:t>
            </a:r>
            <a:r>
              <a:rPr lang="en-CA" noProof="0" err="1"/>
              <a:t>Ebene</a:t>
            </a:r>
            <a:r>
              <a:rPr lang="en-CA" noProof="0"/>
              <a:t>
</a:t>
            </a:r>
            <a:r>
              <a:rPr lang="en-CA" noProof="0" err="1"/>
              <a:t>Dritte</a:t>
            </a:r>
            <a:r>
              <a:rPr lang="en-CA" noProof="0"/>
              <a:t> </a:t>
            </a:r>
            <a:r>
              <a:rPr lang="en-CA" noProof="0" err="1"/>
              <a:t>Ebene</a:t>
            </a:r>
            <a:r>
              <a:rPr lang="en-CA" noProof="0"/>
              <a:t>
</a:t>
            </a:r>
            <a:r>
              <a:rPr lang="en-CA" noProof="0" err="1"/>
              <a:t>Vierte</a:t>
            </a:r>
            <a:r>
              <a:rPr lang="en-CA" noProof="0"/>
              <a:t> </a:t>
            </a:r>
            <a:r>
              <a:rPr lang="en-CA" noProof="0" err="1"/>
              <a:t>Ebene</a:t>
            </a:r>
            <a:r>
              <a:rPr lang="en-CA" noProof="0"/>
              <a:t>
</a:t>
            </a:r>
            <a:r>
              <a:rPr lang="en-CA" noProof="0" err="1"/>
              <a:t>Fünfte</a:t>
            </a:r>
            <a:r>
              <a:rPr lang="en-CA" noProof="0"/>
              <a:t> </a:t>
            </a:r>
            <a:r>
              <a:rPr lang="en-CA" noProof="0" err="1"/>
              <a:t>Ebene</a:t>
            </a:r>
            <a:endParaRPr lang="en-CA" noProof="0"/>
          </a:p>
        </p:txBody>
      </p:sp>
      <p:sp>
        <p:nvSpPr>
          <p:cNvPr id="10" name="Inhaltsplatzhalter 2"/>
          <p:cNvSpPr>
            <a:spLocks noGrp="1"/>
          </p:cNvSpPr>
          <p:nvPr>
            <p:ph sz="half" idx="13"/>
          </p:nvPr>
        </p:nvSpPr>
        <p:spPr>
          <a:xfrm>
            <a:off x="6286501" y="1412777"/>
            <a:ext cx="5750552" cy="47308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noProof="0"/>
              <a:t>Mastertextformat bearbeiten
Zweite Ebene
Dritte Ebene
Vierte Ebene
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E6D59D-C3CE-834C-84C1-B45BA611884D}" type="datetime1">
              <a:rPr lang="de-CH" noProof="0" smtClean="0"/>
              <a:t>27.10.2025</a:t>
            </a:fld>
            <a:endParaRPr lang="en-CA" noProof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noProof="0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C1B84-7D46-43D7-A190-ABDEC0507586}" type="slidenum">
              <a:rPr lang="en-CA" noProof="0" smtClean="0"/>
              <a:pPr>
                <a:defRPr/>
              </a:pPr>
              <a:t>‹#›</a:t>
            </a:fld>
            <a:endParaRPr lang="en-CA" noProof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FD70276-9F99-544F-80AA-228E1BE7F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16635"/>
            <a:ext cx="9262533" cy="503783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12" name="Inhaltsplatzhalter 12">
            <a:extLst>
              <a:ext uri="{FF2B5EF4-FFF2-40B4-BE49-F238E27FC236}">
                <a16:creationId xmlns:a16="http://schemas.microsoft.com/office/drawing/2014/main" id="{19A4F203-030A-E74C-8F59-2A8B5361670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3935" y="618975"/>
            <a:ext cx="9262533" cy="433388"/>
          </a:xfrm>
        </p:spPr>
        <p:txBody>
          <a:bodyPr tIns="0"/>
          <a:lstStyle>
            <a:lvl1pPr marL="0" indent="0">
              <a:buNone/>
              <a:defRPr sz="2000"/>
            </a:lvl1pPr>
          </a:lstStyle>
          <a:p>
            <a:r>
              <a:rPr lang="de-DE"/>
              <a:t>Mastertextformat bearbeiten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3905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/>
              <a:t>Mastertitelformat bearbeiten</a:t>
            </a:r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9206B-4A9B-1F4A-B766-33A077635BA0}" type="datetime1">
              <a:rPr lang="de-CH" smtClean="0"/>
              <a:t>27.10.2025</a:t>
            </a:fld>
            <a:endParaRPr lang="de-DE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F0CCF-BA9D-45A2-B965-C8A63BDE9C31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27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59059-7972-5848-9CA3-5B3EF7BD2B71}" type="datetime1">
              <a:rPr lang="de-CH" smtClean="0"/>
              <a:t>27.10.2025</a:t>
            </a:fld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98AE9-8548-420F-BBAB-3E66E467D7BD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54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1" y="1628775"/>
            <a:ext cx="5749728" cy="451514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 noProof="0"/>
              <a:t>Mastertextformat bearbeiten
Zweite Ebene
Dritte Ebene
Vierte Ebene
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43935" y="1619898"/>
            <a:ext cx="5761565" cy="453707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noProof="0"/>
              <a:t>Mastertextformat bearbeiten
Zweite Ebene
Dritte Ebene
Vierte Ebene
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C2CE0-3741-1247-B2DB-4471E2DB5246}" type="datetime1">
              <a:rPr lang="de-CH" noProof="0" smtClean="0"/>
              <a:t>27.10.2025</a:t>
            </a:fld>
            <a:endParaRPr lang="en-CA" noProof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noProof="0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5A0A-F6C8-4FDD-BC16-E59C1F13EEA3}" type="slidenum">
              <a:rPr lang="en-CA" noProof="0" smtClean="0"/>
              <a:pPr>
                <a:defRPr/>
              </a:pPr>
              <a:t>‹#›</a:t>
            </a:fld>
            <a:endParaRPr lang="en-CA" noProof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D44EF03-F699-3A48-98DB-1DF3FE49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16635"/>
            <a:ext cx="9262533" cy="503783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A74221CF-CB4B-C445-9E0B-4046E4AB44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3935" y="618975"/>
            <a:ext cx="9262533" cy="433388"/>
          </a:xfrm>
        </p:spPr>
        <p:txBody>
          <a:bodyPr tIns="0"/>
          <a:lstStyle>
            <a:lvl1pPr marL="0" indent="0">
              <a:buNone/>
              <a:defRPr sz="2000"/>
            </a:lvl1pPr>
          </a:lstStyle>
          <a:p>
            <a:r>
              <a:rPr lang="de-DE"/>
              <a:t>Mastertextformat bearbeiten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9893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43935" y="1618386"/>
            <a:ext cx="11904133" cy="373944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CA" noProof="0"/>
              <a:t>Bild durch Klicken auf Symbol hinzufügen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3"/>
          </p:nvPr>
        </p:nvSpPr>
        <p:spPr>
          <a:xfrm>
            <a:off x="143935" y="5572140"/>
            <a:ext cx="9313333" cy="584832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noProof="0"/>
              <a:t>Master-Untertitelformat bearbeiten</a:t>
            </a:r>
          </a:p>
        </p:txBody>
      </p: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143935" y="188912"/>
            <a:ext cx="9262165" cy="936626"/>
          </a:xfrm>
        </p:spPr>
        <p:txBody>
          <a:bodyPr/>
          <a:lstStyle/>
          <a:p>
            <a:r>
              <a:rPr lang="en-CA" noProof="0"/>
              <a:t>Mastertitelformat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9964F-CD0D-F14A-ADAF-2DEC06DEE478}" type="datetime1">
              <a:rPr lang="de-CH" noProof="0" smtClean="0"/>
              <a:t>27.10.2025</a:t>
            </a:fld>
            <a:endParaRPr lang="en-CA" noProof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noProof="0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6F3D0-9FD7-4C48-82FF-70294F156D3B}" type="slidenum">
              <a:rPr lang="en-CA" noProof="0" smtClean="0"/>
              <a:pPr>
                <a:defRPr/>
              </a:pPr>
              <a:t>‹#›</a:t>
            </a:fld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3971799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defRPr sz="1600"/>
            </a:lvl4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43934" y="6278564"/>
            <a:ext cx="128481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17.06.2009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619251" y="6278564"/>
            <a:ext cx="89535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/>
              <a:t>Kick Off Beiräte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44251" y="6278564"/>
            <a:ext cx="880533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BAA78AF3-78EF-482D-AE1C-F0F2E9F7DBE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01D40D2C-2410-47D6-926F-B99457DCEAD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42543" y="692696"/>
            <a:ext cx="926253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39652479"/>
      </p:ext>
    </p:extLst>
  </p:cSld>
  <p:clrMapOvr>
    <a:masterClrMapping/>
  </p:clrMapOvr>
  <p:transition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454194" y="2010771"/>
            <a:ext cx="5749728" cy="451514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98154" y="1988840"/>
            <a:ext cx="5761565" cy="453707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D64D1720-C10E-4A4B-BE63-B8E92B1EF9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42543" y="692696"/>
            <a:ext cx="926253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785099692"/>
      </p:ext>
    </p:extLst>
  </p:cSld>
  <p:clrMapOvr>
    <a:masterClrMapping/>
  </p:clrMapOvr>
  <p:transition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4947" y="1617375"/>
            <a:ext cx="11917717" cy="1668761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3934" y="5357827"/>
            <a:ext cx="9313333" cy="808024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999549152"/>
      </p:ext>
    </p:extLst>
  </p:cSld>
  <p:clrMapOvr>
    <a:masterClrMapping/>
  </p:clrMapOvr>
  <p:transition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413C2-3D2A-4252-86EA-E9D293818AAE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4017072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433992" y="6416676"/>
            <a:ext cx="1348432" cy="320039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1726">
                <a:solidFill>
                  <a:srgbClr val="1363A5"/>
                </a:solidFill>
              </a:defRPr>
            </a:lvl1pPr>
          </a:lstStyle>
          <a:p>
            <a:fld id="{A93144A4-A6A9-493D-B2F9-AB16947E7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C116AF0D-BA05-9FB4-A8F6-AAB1C6424E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115"/>
          <a:stretch/>
        </p:blipFill>
        <p:spPr>
          <a:xfrm>
            <a:off x="10987217" y="295044"/>
            <a:ext cx="796783" cy="850559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6C72C213-B19B-8CF3-5E93-BA6E739B7C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99705"/>
            <a:ext cx="11376013" cy="320040"/>
          </a:xfrm>
          <a:prstGeom prst="rect">
            <a:avLst/>
          </a:prstGeom>
        </p:spPr>
        <p:txBody>
          <a:bodyPr anchor="ctr"/>
          <a:lstStyle/>
          <a:p>
            <a:r>
              <a:rPr lang="en-US">
                <a:solidFill>
                  <a:srgbClr val="1266AC"/>
                </a:solidFill>
              </a:rPr>
              <a:t>Title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8A74DBCC-168C-68B3-B458-087B0586A9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756001"/>
            <a:ext cx="11376011" cy="320040"/>
          </a:xfrm>
          <a:prstGeom prst="rect">
            <a:avLst/>
          </a:prstGeom>
        </p:spPr>
        <p:txBody>
          <a:bodyPr anchor="ctr"/>
          <a:lstStyle/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Subtitle</a:t>
            </a:r>
          </a:p>
        </p:txBody>
      </p:sp>
      <p:sp>
        <p:nvSpPr>
          <p:cNvPr id="7" name="Inhaltsplatzhalter 8">
            <a:extLst>
              <a:ext uri="{FF2B5EF4-FFF2-40B4-BE49-F238E27FC236}">
                <a16:creationId xmlns:a16="http://schemas.microsoft.com/office/drawing/2014/main" id="{5809DABC-7E69-E806-3AEB-95CF6D41852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09577" y="1369220"/>
            <a:ext cx="11376013" cy="5047456"/>
          </a:xfrm>
          <a:prstGeom prst="rect">
            <a:avLst/>
          </a:prstGeom>
        </p:spPr>
        <p:txBody>
          <a:bodyPr/>
          <a:lstStyle>
            <a:lvl2pPr marL="310194" indent="-310194">
              <a:buFont typeface="Wingdings" pitchFamily="2" charset="2"/>
              <a:buChar char="§"/>
              <a:defRPr/>
            </a:lvl2pPr>
            <a:lvl3pPr marL="620388" indent="-310194">
              <a:buFont typeface="Wingdings" pitchFamily="2" charset="2"/>
              <a:buChar char="§"/>
              <a:defRPr/>
            </a:lvl3pPr>
            <a:lvl4pPr marL="930581" indent="-310194">
              <a:buFont typeface="Wingdings" pitchFamily="2" charset="2"/>
              <a:buChar char="§"/>
              <a:defRPr/>
            </a:lvl4pPr>
            <a:lvl5pPr marL="1240775" indent="-310194"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4117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E484B65-34DA-05E3-486C-68CA75AFC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99705"/>
            <a:ext cx="11376013" cy="320040"/>
          </a:xfrm>
          <a:prstGeom prst="rect">
            <a:avLst/>
          </a:prstGeom>
        </p:spPr>
        <p:txBody>
          <a:bodyPr anchor="ctr"/>
          <a:lstStyle/>
          <a:p>
            <a:r>
              <a:rPr lang="en-US">
                <a:solidFill>
                  <a:srgbClr val="1266AC"/>
                </a:solidFill>
              </a:rPr>
              <a:t>Title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86B88AE-31B8-7E91-57DC-FA7CC99700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756001"/>
            <a:ext cx="11376011" cy="320040"/>
          </a:xfrm>
          <a:prstGeom prst="rect">
            <a:avLst/>
          </a:prstGeom>
        </p:spPr>
        <p:txBody>
          <a:bodyPr anchor="ctr"/>
          <a:lstStyle/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Subtitle</a:t>
            </a:r>
          </a:p>
        </p:txBody>
      </p:sp>
      <p:sp>
        <p:nvSpPr>
          <p:cNvPr id="5" name="Inhaltsplatzhalter 14">
            <a:extLst>
              <a:ext uri="{FF2B5EF4-FFF2-40B4-BE49-F238E27FC236}">
                <a16:creationId xmlns:a16="http://schemas.microsoft.com/office/drawing/2014/main" id="{8960632B-BDAD-DDD8-F4B1-5DA98C97DDE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9577" y="1369220"/>
            <a:ext cx="5580063" cy="5047456"/>
          </a:xfrm>
          <a:prstGeom prst="rect">
            <a:avLst/>
          </a:prstGeom>
        </p:spPr>
        <p:txBody>
          <a:bodyPr/>
          <a:lstStyle>
            <a:lvl1pPr marL="144000" indent="-144000">
              <a:buFont typeface="Wingdings" panose="05000000000000000000" pitchFamily="2" charset="2"/>
              <a:buChar char="§"/>
              <a:defRPr/>
            </a:lvl1pPr>
            <a:lvl2pPr marL="288002" indent="-144000">
              <a:buFont typeface="Wingdings" panose="05000000000000000000" pitchFamily="2" charset="2"/>
              <a:buChar char="§"/>
              <a:defRPr/>
            </a:lvl2pPr>
            <a:lvl3pPr marL="432002" indent="-144000">
              <a:buFont typeface="Wingdings" panose="05000000000000000000" pitchFamily="2" charset="2"/>
              <a:buChar char="§"/>
              <a:defRPr/>
            </a:lvl3pPr>
            <a:lvl4pPr marL="576003" indent="-144000">
              <a:buFont typeface="Wingdings" panose="05000000000000000000" pitchFamily="2" charset="2"/>
              <a:buChar char="§"/>
              <a:defRPr/>
            </a:lvl4pPr>
            <a:lvl5pPr marL="720004" indent="-1440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Inhaltsplatzhalter 16">
            <a:extLst>
              <a:ext uri="{FF2B5EF4-FFF2-40B4-BE49-F238E27FC236}">
                <a16:creationId xmlns:a16="http://schemas.microsoft.com/office/drawing/2014/main" id="{3F6AC074-107F-B3FF-8B16-F94B1781AA2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03950" y="1369220"/>
            <a:ext cx="5580063" cy="5047456"/>
          </a:xfrm>
          <a:prstGeom prst="rect">
            <a:avLst/>
          </a:prstGeom>
        </p:spPr>
        <p:txBody>
          <a:bodyPr/>
          <a:lstStyle>
            <a:lvl1pPr marL="144000" indent="-144000">
              <a:buFont typeface="Wingdings" panose="05000000000000000000" pitchFamily="2" charset="2"/>
              <a:buChar char="§"/>
              <a:defRPr/>
            </a:lvl1pPr>
            <a:lvl2pPr marL="288002" indent="-144000">
              <a:buFont typeface="Wingdings" panose="05000000000000000000" pitchFamily="2" charset="2"/>
              <a:buChar char="§"/>
              <a:defRPr/>
            </a:lvl2pPr>
            <a:lvl3pPr marL="432002" indent="-144000">
              <a:buFont typeface="Wingdings" panose="05000000000000000000" pitchFamily="2" charset="2"/>
              <a:buChar char="§"/>
              <a:defRPr/>
            </a:lvl3pPr>
            <a:lvl4pPr marL="576003" indent="-144000">
              <a:buFont typeface="Wingdings" panose="05000000000000000000" pitchFamily="2" charset="2"/>
              <a:buChar char="§"/>
              <a:defRPr/>
            </a:lvl4pPr>
            <a:lvl5pPr marL="720004" indent="-1440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0602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Unter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65692" y="408330"/>
            <a:ext cx="8775982" cy="801184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10494246" y="6380276"/>
            <a:ext cx="830111" cy="180142"/>
          </a:xfrm>
          <a:prstGeom prst="rect">
            <a:avLst/>
          </a:prstGeom>
        </p:spPr>
        <p:txBody>
          <a:bodyPr/>
          <a:lstStyle/>
          <a:p>
            <a:fld id="{3791453F-6806-4C51-BA69-51D2C9F2CC1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1"/>
          </p:nvPr>
        </p:nvSpPr>
        <p:spPr>
          <a:xfrm>
            <a:off x="865694" y="2364630"/>
            <a:ext cx="10458660" cy="39052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65694" y="1833042"/>
            <a:ext cx="10458660" cy="356209"/>
          </a:xfrm>
          <a:prstGeom prst="rect">
            <a:avLst/>
          </a:prstGeom>
        </p:spPr>
        <p:txBody>
          <a:bodyPr/>
          <a:lstStyle>
            <a:lvl1pPr>
              <a:defRPr sz="2466" cap="all" baseline="0"/>
            </a:lvl1pPr>
          </a:lstStyle>
          <a:p>
            <a:pPr lvl="0"/>
            <a:r>
              <a:rPr lang="de-CH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271422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65692" y="408330"/>
            <a:ext cx="8775982" cy="801184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10494246" y="6380276"/>
            <a:ext cx="830111" cy="180142"/>
          </a:xfrm>
          <a:prstGeom prst="rect">
            <a:avLst/>
          </a:prstGeom>
        </p:spPr>
        <p:txBody>
          <a:bodyPr/>
          <a:lstStyle/>
          <a:p>
            <a:fld id="{3791453F-6806-4C51-BA69-51D2C9F2CC1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1"/>
          </p:nvPr>
        </p:nvSpPr>
        <p:spPr>
          <a:xfrm>
            <a:off x="865694" y="1833042"/>
            <a:ext cx="10458660" cy="46156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98706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2 Spalt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65692" y="408330"/>
            <a:ext cx="8775982" cy="801184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10494246" y="6380276"/>
            <a:ext cx="830111" cy="180142"/>
          </a:xfrm>
          <a:prstGeom prst="rect">
            <a:avLst/>
          </a:prstGeom>
        </p:spPr>
        <p:txBody>
          <a:bodyPr/>
          <a:lstStyle/>
          <a:p>
            <a:fld id="{3791453F-6806-4C51-BA69-51D2C9F2CC1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1"/>
          </p:nvPr>
        </p:nvSpPr>
        <p:spPr>
          <a:xfrm>
            <a:off x="865697" y="1831932"/>
            <a:ext cx="5051502" cy="42594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Inhaltsplatzhalter 4"/>
          <p:cNvSpPr>
            <a:spLocks noGrp="1"/>
          </p:cNvSpPr>
          <p:nvPr>
            <p:ph sz="quarter" idx="12"/>
          </p:nvPr>
        </p:nvSpPr>
        <p:spPr>
          <a:xfrm>
            <a:off x="6272856" y="1831932"/>
            <a:ext cx="5051502" cy="42594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73327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65692" y="408330"/>
            <a:ext cx="8775982" cy="801184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10494246" y="6380276"/>
            <a:ext cx="830111" cy="180142"/>
          </a:xfrm>
          <a:prstGeom prst="rect">
            <a:avLst/>
          </a:prstGeom>
        </p:spPr>
        <p:txBody>
          <a:bodyPr/>
          <a:lstStyle/>
          <a:p>
            <a:fld id="{3791453F-6806-4C51-BA69-51D2C9F2CC1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763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10494246" y="6380276"/>
            <a:ext cx="830111" cy="180142"/>
          </a:xfrm>
          <a:prstGeom prst="rect">
            <a:avLst/>
          </a:prstGeom>
        </p:spPr>
        <p:txBody>
          <a:bodyPr/>
          <a:lstStyle/>
          <a:p>
            <a:fld id="{3791453F-6806-4C51-BA69-51D2C9F2CC1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6412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E914-C212-F429-A7EC-8BBA844E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68BE3-CA4F-E53F-1ED6-57AAE3929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85705-2B6D-A418-F8D0-BC8C656B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B675E3-0E8A-4A05-AD53-00F54A3A7F5D}" type="datetimeFigureOut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27/10/2025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3634E-2BB4-2BBF-CDB4-D75FBC94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13339-052C-D83D-70A9-B313CABF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B1A980-64BE-4C81-B520-C42239EF1148}" type="slidenum">
              <a:rPr kumimoji="0" lang="en-GB" sz="1726" b="0" i="0" u="none" strike="noStrike" kern="1200" cap="none" spc="0" normalizeH="0" baseline="0" noProof="0" smtClean="0">
                <a:ln>
                  <a:noFill/>
                </a:ln>
                <a:solidFill>
                  <a:srgbClr val="1363A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726" b="0" i="0" u="none" strike="noStrike" kern="1200" cap="none" spc="0" normalizeH="0" baseline="0" noProof="0">
              <a:ln>
                <a:noFill/>
              </a:ln>
              <a:solidFill>
                <a:srgbClr val="1363A5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00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elplatzhalter 1"/>
          <p:cNvSpPr>
            <a:spLocks noGrp="1"/>
          </p:cNvSpPr>
          <p:nvPr>
            <p:ph type="title"/>
          </p:nvPr>
        </p:nvSpPr>
        <p:spPr bwMode="auto">
          <a:xfrm>
            <a:off x="131235" y="82082"/>
            <a:ext cx="926253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 err="1"/>
              <a:t>Titelmasterformat</a:t>
            </a:r>
            <a:r>
              <a:rPr lang="en-CA" noProof="0"/>
              <a:t> </a:t>
            </a:r>
            <a:r>
              <a:rPr lang="en-CA" noProof="0" err="1"/>
              <a:t>durch</a:t>
            </a:r>
            <a:r>
              <a:rPr lang="en-CA" noProof="0"/>
              <a:t> </a:t>
            </a:r>
            <a:r>
              <a:rPr lang="en-CA" noProof="0" err="1"/>
              <a:t>Klicken</a:t>
            </a:r>
            <a:r>
              <a:rPr lang="en-CA" noProof="0"/>
              <a:t> </a:t>
            </a:r>
            <a:r>
              <a:rPr lang="en-CA" noProof="0" err="1"/>
              <a:t>bearbeiten</a:t>
            </a:r>
            <a:endParaRPr lang="en-CA" noProof="0"/>
          </a:p>
        </p:txBody>
      </p:sp>
      <p:sp>
        <p:nvSpPr>
          <p:cNvPr id="1029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43935" y="1342305"/>
            <a:ext cx="11904133" cy="5039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 err="1"/>
              <a:t>Textmasterformate</a:t>
            </a:r>
            <a:r>
              <a:rPr lang="en-CA" noProof="0"/>
              <a:t> </a:t>
            </a:r>
            <a:r>
              <a:rPr lang="en-CA" noProof="0" err="1"/>
              <a:t>durch</a:t>
            </a:r>
            <a:r>
              <a:rPr lang="en-CA" noProof="0"/>
              <a:t> </a:t>
            </a:r>
            <a:r>
              <a:rPr lang="en-CA" noProof="0" err="1"/>
              <a:t>Klicken</a:t>
            </a:r>
            <a:r>
              <a:rPr lang="en-CA" noProof="0"/>
              <a:t> </a:t>
            </a:r>
            <a:r>
              <a:rPr lang="en-CA" noProof="0" err="1"/>
              <a:t>bearbeiten</a:t>
            </a:r>
            <a:endParaRPr lang="en-CA" noProof="0"/>
          </a:p>
          <a:p>
            <a:pPr lvl="1"/>
            <a:r>
              <a:rPr lang="en-CA" noProof="0" err="1"/>
              <a:t>Zweite</a:t>
            </a:r>
            <a:r>
              <a:rPr lang="en-CA" noProof="0"/>
              <a:t> </a:t>
            </a:r>
            <a:r>
              <a:rPr lang="en-CA" noProof="0" err="1"/>
              <a:t>Ebene</a:t>
            </a:r>
            <a:endParaRPr lang="en-CA" noProof="0"/>
          </a:p>
          <a:p>
            <a:pPr lvl="2"/>
            <a:r>
              <a:rPr lang="en-CA" noProof="0" err="1"/>
              <a:t>Dritte</a:t>
            </a:r>
            <a:r>
              <a:rPr lang="en-CA" noProof="0"/>
              <a:t> </a:t>
            </a:r>
            <a:r>
              <a:rPr lang="en-CA" noProof="0" err="1"/>
              <a:t>Ebene</a:t>
            </a:r>
            <a:endParaRPr lang="en-CA" noProof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43936" y="6453336"/>
            <a:ext cx="1284817" cy="226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3AA55DDF-A4AD-644F-AC7F-DBCC267C15E0}" type="datetime1">
              <a:rPr lang="de-CH" smtClean="0"/>
              <a:t>27.10.2025</a:t>
            </a:fld>
            <a:endParaRPr lang="en-CA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19251" y="6453336"/>
            <a:ext cx="8953500" cy="226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de-DE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44252" y="6453336"/>
            <a:ext cx="880533" cy="226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de-DE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4E62064-3020-486C-B189-0E9359D7A6F7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  <p:sp>
        <p:nvSpPr>
          <p:cNvPr id="9" name="Textfeld 8"/>
          <p:cNvSpPr txBox="1"/>
          <p:nvPr/>
        </p:nvSpPr>
        <p:spPr>
          <a:xfrm>
            <a:off x="131235" y="6657978"/>
            <a:ext cx="2095500" cy="200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sz="700" noProof="0" err="1"/>
              <a:t>Zürcher</a:t>
            </a:r>
            <a:r>
              <a:rPr lang="en-CA" sz="700" noProof="0"/>
              <a:t> </a:t>
            </a:r>
            <a:r>
              <a:rPr lang="en-CA" sz="700" noProof="0" err="1"/>
              <a:t>Fachhochschule</a:t>
            </a:r>
            <a:endParaRPr lang="en-CA" sz="700" noProof="0"/>
          </a:p>
        </p:txBody>
      </p:sp>
      <p:cxnSp>
        <p:nvCxnSpPr>
          <p:cNvPr id="8" name="Gerade Verbindung 7"/>
          <p:cNvCxnSpPr/>
          <p:nvPr/>
        </p:nvCxnSpPr>
        <p:spPr>
          <a:xfrm>
            <a:off x="96011" y="1124744"/>
            <a:ext cx="1200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A106DA1C-4394-DA46-B701-83E81141AD8C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863" y="189635"/>
            <a:ext cx="1329922" cy="7215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5" r:id="rId2"/>
    <p:sldLayoutId id="2147483766" r:id="rId3"/>
    <p:sldLayoutId id="2147483754" r:id="rId4"/>
    <p:sldLayoutId id="2147483767" r:id="rId5"/>
    <p:sldLayoutId id="214748376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2266AB"/>
        </a:buClr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2266AB"/>
        </a:buClr>
        <a:buSzPct val="105000"/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2266AB"/>
        </a:buClr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266AB"/>
        </a:buClr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2266AB"/>
        </a:buClr>
        <a:buFont typeface="Arial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342543" y="1988269"/>
            <a:ext cx="11590631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028" name="Titelplatzhalter 1"/>
          <p:cNvSpPr>
            <a:spLocks noGrp="1"/>
          </p:cNvSpPr>
          <p:nvPr>
            <p:ph type="title"/>
          </p:nvPr>
        </p:nvSpPr>
        <p:spPr bwMode="auto">
          <a:xfrm>
            <a:off x="342543" y="692696"/>
            <a:ext cx="926253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pic>
        <p:nvPicPr>
          <p:cNvPr id="4" name="Grafik 3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C81E86B9-8584-439C-934D-76E4F22591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1200" y="482400"/>
            <a:ext cx="2103509" cy="114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84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</p:sldLayoutIdLst>
  <p:transition>
    <p:wipe dir="d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accent4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266AB"/>
        </a:buClr>
        <a:buFont typeface="Symbol" pitchFamily="18" charset="2"/>
        <a:buChar char="-"/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2266AB"/>
        </a:buClr>
        <a:buSzPct val="105000"/>
        <a:buFont typeface="Symbol" panose="05050102010706020507" pitchFamily="18" charset="2"/>
        <a:buChar char="-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2266AB"/>
        </a:buClr>
        <a:buFont typeface="Symbol" panose="05050102010706020507" pitchFamily="18" charset="2"/>
        <a:buChar char="-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2266AB"/>
        </a:buClr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2266AB"/>
        </a:buClr>
        <a:buFont typeface="Arial" charset="0"/>
        <a:buChar char="•"/>
        <a:defRPr sz="12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74391CB5-17C8-84AD-6153-3C0D84D49F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115"/>
          <a:stretch/>
        </p:blipFill>
        <p:spPr>
          <a:xfrm>
            <a:off x="10987217" y="295044"/>
            <a:ext cx="796783" cy="850559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3FF1C296-BAC2-7861-B1C9-A511DD21C9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433992" y="6416676"/>
            <a:ext cx="1348432" cy="320039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1726">
                <a:solidFill>
                  <a:srgbClr val="1363A5"/>
                </a:solidFill>
              </a:defRPr>
            </a:lvl1pPr>
          </a:lstStyle>
          <a:p>
            <a:fld id="{A93144A4-A6A9-493D-B2F9-AB16947E709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55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</p:sldLayoutIdLst>
  <p:hf hdr="0" ftr="0" dt="0"/>
  <p:txStyles>
    <p:titleStyle>
      <a:lvl1pPr algn="l" defTabSz="1178953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2466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1178953" rtl="0" eaLnBrk="1" fontAlgn="base" hangingPunct="1">
        <a:lnSpc>
          <a:spcPts val="3617"/>
        </a:lnSpc>
        <a:spcBef>
          <a:spcPct val="0"/>
        </a:spcBef>
        <a:spcAft>
          <a:spcPct val="0"/>
        </a:spcAft>
        <a:defRPr sz="3201" b="1">
          <a:solidFill>
            <a:schemeClr val="tx2"/>
          </a:solidFill>
          <a:latin typeface="Arial" charset="0"/>
        </a:defRPr>
      </a:lvl2pPr>
      <a:lvl3pPr algn="l" defTabSz="1178953" rtl="0" eaLnBrk="1" fontAlgn="base" hangingPunct="1">
        <a:lnSpc>
          <a:spcPts val="3617"/>
        </a:lnSpc>
        <a:spcBef>
          <a:spcPct val="0"/>
        </a:spcBef>
        <a:spcAft>
          <a:spcPct val="0"/>
        </a:spcAft>
        <a:defRPr sz="3201" b="1">
          <a:solidFill>
            <a:schemeClr val="tx2"/>
          </a:solidFill>
          <a:latin typeface="Arial" charset="0"/>
        </a:defRPr>
      </a:lvl3pPr>
      <a:lvl4pPr algn="l" defTabSz="1178953" rtl="0" eaLnBrk="1" fontAlgn="base" hangingPunct="1">
        <a:lnSpc>
          <a:spcPts val="3617"/>
        </a:lnSpc>
        <a:spcBef>
          <a:spcPct val="0"/>
        </a:spcBef>
        <a:spcAft>
          <a:spcPct val="0"/>
        </a:spcAft>
        <a:defRPr sz="3201" b="1">
          <a:solidFill>
            <a:schemeClr val="tx2"/>
          </a:solidFill>
          <a:latin typeface="Arial" charset="0"/>
        </a:defRPr>
      </a:lvl4pPr>
      <a:lvl5pPr algn="l" defTabSz="1178953" rtl="0" eaLnBrk="1" fontAlgn="base" hangingPunct="1">
        <a:lnSpc>
          <a:spcPts val="3617"/>
        </a:lnSpc>
        <a:spcBef>
          <a:spcPct val="0"/>
        </a:spcBef>
        <a:spcAft>
          <a:spcPct val="0"/>
        </a:spcAft>
        <a:defRPr sz="3201" b="1">
          <a:solidFill>
            <a:schemeClr val="tx2"/>
          </a:solidFill>
          <a:latin typeface="Arial" charset="0"/>
        </a:defRPr>
      </a:lvl5pPr>
      <a:lvl6pPr marL="516801" algn="l" defTabSz="1178953" rtl="0" eaLnBrk="1" fontAlgn="base" hangingPunct="1">
        <a:lnSpc>
          <a:spcPts val="3617"/>
        </a:lnSpc>
        <a:spcBef>
          <a:spcPct val="0"/>
        </a:spcBef>
        <a:spcAft>
          <a:spcPct val="0"/>
        </a:spcAft>
        <a:defRPr sz="3201" b="1">
          <a:solidFill>
            <a:schemeClr val="tx2"/>
          </a:solidFill>
          <a:latin typeface="Arial" charset="0"/>
        </a:defRPr>
      </a:lvl6pPr>
      <a:lvl7pPr marL="1033602" algn="l" defTabSz="1178953" rtl="0" eaLnBrk="1" fontAlgn="base" hangingPunct="1">
        <a:lnSpc>
          <a:spcPts val="3617"/>
        </a:lnSpc>
        <a:spcBef>
          <a:spcPct val="0"/>
        </a:spcBef>
        <a:spcAft>
          <a:spcPct val="0"/>
        </a:spcAft>
        <a:defRPr sz="3201" b="1">
          <a:solidFill>
            <a:schemeClr val="tx2"/>
          </a:solidFill>
          <a:latin typeface="Arial" charset="0"/>
        </a:defRPr>
      </a:lvl7pPr>
      <a:lvl8pPr marL="1550403" algn="l" defTabSz="1178953" rtl="0" eaLnBrk="1" fontAlgn="base" hangingPunct="1">
        <a:lnSpc>
          <a:spcPts val="3617"/>
        </a:lnSpc>
        <a:spcBef>
          <a:spcPct val="0"/>
        </a:spcBef>
        <a:spcAft>
          <a:spcPct val="0"/>
        </a:spcAft>
        <a:defRPr sz="3201" b="1">
          <a:solidFill>
            <a:schemeClr val="tx2"/>
          </a:solidFill>
          <a:latin typeface="Arial" charset="0"/>
        </a:defRPr>
      </a:lvl8pPr>
      <a:lvl9pPr marL="2067203" algn="l" defTabSz="1178953" rtl="0" eaLnBrk="1" fontAlgn="base" hangingPunct="1">
        <a:lnSpc>
          <a:spcPts val="3617"/>
        </a:lnSpc>
        <a:spcBef>
          <a:spcPct val="0"/>
        </a:spcBef>
        <a:spcAft>
          <a:spcPct val="0"/>
        </a:spcAft>
        <a:defRPr sz="3201" b="1">
          <a:solidFill>
            <a:schemeClr val="tx2"/>
          </a:solidFill>
          <a:latin typeface="Arial" charset="0"/>
        </a:defRPr>
      </a:lvl9pPr>
    </p:titleStyle>
    <p:bodyStyle>
      <a:lvl1pPr marL="0" indent="0" algn="l" defTabSz="117895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None/>
        <a:defRPr sz="1973">
          <a:solidFill>
            <a:schemeClr val="tx1"/>
          </a:solidFill>
          <a:latin typeface="+mn-lt"/>
          <a:ea typeface="+mn-ea"/>
          <a:cs typeface="+mn-cs"/>
        </a:defRPr>
      </a:lvl1pPr>
      <a:lvl2pPr marL="310194" indent="-310194" algn="l" defTabSz="117895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Font typeface="Symbol" panose="05050102010706020507" pitchFamily="18" charset="2"/>
        <a:buChar char="-"/>
        <a:defRPr sz="1479">
          <a:solidFill>
            <a:schemeClr val="tx1"/>
          </a:solidFill>
          <a:latin typeface="+mn-lt"/>
        </a:defRPr>
      </a:lvl2pPr>
      <a:lvl3pPr marL="620388" indent="-310194" algn="l" defTabSz="1178953" rtl="0" eaLnBrk="1" fontAlgn="base" hangingPunct="1">
        <a:lnSpc>
          <a:spcPct val="100000"/>
        </a:lnSpc>
        <a:spcBef>
          <a:spcPts val="0"/>
        </a:spcBef>
        <a:spcAft>
          <a:spcPct val="0"/>
        </a:spcAft>
        <a:buFont typeface="Symbol" panose="05050102010706020507" pitchFamily="18" charset="2"/>
        <a:buChar char="-"/>
        <a:defRPr sz="1479">
          <a:solidFill>
            <a:schemeClr val="tx1"/>
          </a:solidFill>
          <a:latin typeface="+mn-lt"/>
        </a:defRPr>
      </a:lvl3pPr>
      <a:lvl4pPr marL="930581" indent="-310194" algn="l" defTabSz="1178953" rtl="0" eaLnBrk="1" fontAlgn="base" hangingPunct="1">
        <a:lnSpc>
          <a:spcPct val="100000"/>
        </a:lnSpc>
        <a:spcBef>
          <a:spcPts val="0"/>
        </a:spcBef>
        <a:spcAft>
          <a:spcPct val="0"/>
        </a:spcAft>
        <a:buFont typeface="Symbol" panose="05050102010706020507" pitchFamily="18" charset="2"/>
        <a:buChar char="-"/>
        <a:defRPr sz="1479">
          <a:solidFill>
            <a:schemeClr val="tx1"/>
          </a:solidFill>
          <a:latin typeface="+mn-lt"/>
        </a:defRPr>
      </a:lvl4pPr>
      <a:lvl5pPr marL="1240775" indent="-310194" algn="l" defTabSz="1178953" rtl="0" eaLnBrk="1" fontAlgn="base" hangingPunct="1">
        <a:lnSpc>
          <a:spcPct val="100000"/>
        </a:lnSpc>
        <a:spcBef>
          <a:spcPts val="0"/>
        </a:spcBef>
        <a:spcAft>
          <a:spcPct val="0"/>
        </a:spcAft>
        <a:buFont typeface="Symbol" panose="05050102010706020507" pitchFamily="18" charset="2"/>
        <a:buChar char="-"/>
        <a:defRPr sz="1479">
          <a:solidFill>
            <a:schemeClr val="tx1"/>
          </a:solidFill>
          <a:latin typeface="+mn-lt"/>
        </a:defRPr>
      </a:lvl5pPr>
      <a:lvl6pPr marL="3167201" indent="-292496" algn="l" defTabSz="1178953" rtl="0" eaLnBrk="1" fontAlgn="base" hangingPunct="1">
        <a:spcBef>
          <a:spcPct val="20000"/>
        </a:spcBef>
        <a:spcAft>
          <a:spcPct val="0"/>
        </a:spcAft>
        <a:buChar char="-"/>
        <a:defRPr sz="2707">
          <a:solidFill>
            <a:schemeClr val="tx1"/>
          </a:solidFill>
          <a:latin typeface="+mn-lt"/>
        </a:defRPr>
      </a:lvl6pPr>
      <a:lvl7pPr marL="3684000" indent="-292496" algn="l" defTabSz="1178953" rtl="0" eaLnBrk="1" fontAlgn="base" hangingPunct="1">
        <a:spcBef>
          <a:spcPct val="20000"/>
        </a:spcBef>
        <a:spcAft>
          <a:spcPct val="0"/>
        </a:spcAft>
        <a:buChar char="-"/>
        <a:defRPr sz="2707">
          <a:solidFill>
            <a:schemeClr val="tx1"/>
          </a:solidFill>
          <a:latin typeface="+mn-lt"/>
        </a:defRPr>
      </a:lvl7pPr>
      <a:lvl8pPr marL="4200802" indent="-292496" algn="l" defTabSz="1178953" rtl="0" eaLnBrk="1" fontAlgn="base" hangingPunct="1">
        <a:spcBef>
          <a:spcPct val="20000"/>
        </a:spcBef>
        <a:spcAft>
          <a:spcPct val="0"/>
        </a:spcAft>
        <a:buChar char="-"/>
        <a:defRPr sz="2707">
          <a:solidFill>
            <a:schemeClr val="tx1"/>
          </a:solidFill>
          <a:latin typeface="+mn-lt"/>
        </a:defRPr>
      </a:lvl8pPr>
      <a:lvl9pPr marL="4717603" indent="-292496" algn="l" defTabSz="1178953" rtl="0" eaLnBrk="1" fontAlgn="base" hangingPunct="1">
        <a:spcBef>
          <a:spcPct val="20000"/>
        </a:spcBef>
        <a:spcAft>
          <a:spcPct val="0"/>
        </a:spcAft>
        <a:buChar char="-"/>
        <a:defRPr sz="270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033602" rtl="0" eaLnBrk="1" latinLnBrk="0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1pPr>
      <a:lvl2pPr marL="516801" algn="l" defTabSz="1033602" rtl="0" eaLnBrk="1" latinLnBrk="0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2pPr>
      <a:lvl3pPr marL="1033602" algn="l" defTabSz="1033602" rtl="0" eaLnBrk="1" latinLnBrk="0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3pPr>
      <a:lvl4pPr marL="1550403" algn="l" defTabSz="1033602" rtl="0" eaLnBrk="1" latinLnBrk="0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4pPr>
      <a:lvl5pPr marL="2067203" algn="l" defTabSz="1033602" rtl="0" eaLnBrk="1" latinLnBrk="0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5pPr>
      <a:lvl6pPr marL="2584004" algn="l" defTabSz="1033602" rtl="0" eaLnBrk="1" latinLnBrk="0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6pPr>
      <a:lvl7pPr marL="3100805" algn="l" defTabSz="1033602" rtl="0" eaLnBrk="1" latinLnBrk="0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7pPr>
      <a:lvl8pPr marL="3617606" algn="l" defTabSz="1033602" rtl="0" eaLnBrk="1" latinLnBrk="0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8pPr>
      <a:lvl9pPr marL="4134407" algn="l" defTabSz="1033602" rtl="0" eaLnBrk="1" latinLnBrk="0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0688AE36-557B-A840-947E-E6A892ED08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0" b="783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024211A2-F546-5745-BA44-2F85FE47A882}"/>
              </a:ext>
            </a:extLst>
          </p:cNvPr>
          <p:cNvSpPr/>
          <p:nvPr/>
        </p:nvSpPr>
        <p:spPr>
          <a:xfrm>
            <a:off x="0" y="1376204"/>
            <a:ext cx="12192000" cy="1848978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E7D2F3-A822-1344-8E15-680FC8462FE2}"/>
              </a:ext>
            </a:extLst>
          </p:cNvPr>
          <p:cNvSpPr txBox="1"/>
          <p:nvPr/>
        </p:nvSpPr>
        <p:spPr>
          <a:xfrm>
            <a:off x="276670" y="1608653"/>
            <a:ext cx="11881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Ensuring UAS Airworthiness: Deep Learning-Based Powertrain Health Monitoring of UAVs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E587AA4-D31A-B64A-9C54-A8895F9F0ACD}"/>
              </a:ext>
            </a:extLst>
          </p:cNvPr>
          <p:cNvSpPr txBox="1"/>
          <p:nvPr/>
        </p:nvSpPr>
        <p:spPr>
          <a:xfrm>
            <a:off x="271733" y="2008763"/>
            <a:ext cx="1162906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Prissha</a:t>
            </a:r>
            <a:r>
              <a:rPr lang="en-CA" sz="1600">
                <a:latin typeface="Times New Roman" panose="02020603050405020304" pitchFamily="18" charset="0"/>
                <a:cs typeface="Times New Roman" panose="02020603050405020304" pitchFamily="18" charset="0"/>
              </a:rPr>
              <a:t> Chawla, Siddharth Urankar, Ally Blair [University of Cincinnati] </a:t>
            </a:r>
          </a:p>
          <a:p>
            <a:r>
              <a:rPr lang="en-CA" sz="1600">
                <a:latin typeface="Times New Roman"/>
                <a:cs typeface="Times New Roman"/>
              </a:rPr>
              <a:t>Chetan Kulkarni [KBR Inc, NASA Ames Research Center]</a:t>
            </a:r>
          </a:p>
          <a:p>
            <a:r>
              <a:rPr lang="en-CA" sz="1600">
                <a:latin typeface="Times New Roman" panose="02020603050405020304" pitchFamily="18" charset="0"/>
                <a:cs typeface="Times New Roman" panose="02020603050405020304" pitchFamily="18" charset="0"/>
              </a:rPr>
              <a:t>Manuel Arias Chao [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Zurich University of Applied Sciences &amp; TU Delft</a:t>
            </a:r>
            <a:r>
              <a:rPr lang="en-CA" sz="160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sz="1600">
                <a:latin typeface="Times New Roman"/>
                <a:cs typeface="Times New Roman"/>
              </a:rPr>
              <a:t>Manish Kumar [University of Cincinnati]</a:t>
            </a:r>
          </a:p>
          <a:p>
            <a:endParaRPr lang="en-CA" sz="16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45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C46D-E1ED-E0CB-4CF0-06342B010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34A045-78F2-A250-345A-D9BADE94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AF0CCF-BA9D-45A2-B965-C8A63BDE9C3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98EE7-D268-9868-3585-AC363E6C911D}"/>
              </a:ext>
            </a:extLst>
          </p:cNvPr>
          <p:cNvSpPr txBox="1"/>
          <p:nvPr/>
        </p:nvSpPr>
        <p:spPr bwMode="auto">
          <a:xfrm>
            <a:off x="846446" y="1516567"/>
            <a:ext cx="3458244" cy="15121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Bef>
                <a:spcPct val="20000"/>
              </a:spcBef>
              <a:buClr>
                <a:srgbClr val="2266AB"/>
              </a:buClr>
              <a:buFont typeface="Arial" charset="0"/>
              <a:buChar char="•"/>
            </a:pPr>
            <a:r>
              <a:rPr lang="en-CA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 </a:t>
            </a:r>
          </a:p>
          <a:p>
            <a:pPr marL="342900" indent="-342900">
              <a:spcBef>
                <a:spcPct val="20000"/>
              </a:spcBef>
              <a:buClr>
                <a:srgbClr val="2266AB"/>
              </a:buClr>
              <a:buFont typeface="Arial" charset="0"/>
              <a:buChar char="•"/>
            </a:pPr>
            <a:endParaRPr lang="en-CA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6F185B-5FF0-E53A-A741-E7BF18CF8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" r="17744" b="2"/>
          <a:stretch>
            <a:fillRect/>
          </a:stretch>
        </p:blipFill>
        <p:spPr bwMode="auto">
          <a:xfrm>
            <a:off x="4166418" y="2934236"/>
            <a:ext cx="4001862" cy="2448272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7" name="Picture 2" descr="Using UAVs for Surveillance - Civilian &amp; Security Use Cases">
            <a:extLst>
              <a:ext uri="{FF2B5EF4-FFF2-40B4-BE49-F238E27FC236}">
                <a16:creationId xmlns:a16="http://schemas.microsoft.com/office/drawing/2014/main" id="{D4666859-6CE0-A937-1D32-940A3DC18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68" y="2016080"/>
            <a:ext cx="3319972" cy="281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Evolution &amp; Impact of Drone Delivery in the Logistics Industry 2024">
            <a:extLst>
              <a:ext uri="{FF2B5EF4-FFF2-40B4-BE49-F238E27FC236}">
                <a16:creationId xmlns:a16="http://schemas.microsoft.com/office/drawing/2014/main" id="{341775C7-86DB-B29F-ED19-E40A25DD9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258" y="1916973"/>
            <a:ext cx="3225775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0A2B22-489E-6733-9128-8226AFB7D9DC}"/>
              </a:ext>
            </a:extLst>
          </p:cNvPr>
          <p:cNvSpPr txBox="1"/>
          <p:nvPr/>
        </p:nvSpPr>
        <p:spPr bwMode="auto">
          <a:xfrm>
            <a:off x="4166418" y="1576631"/>
            <a:ext cx="3841418" cy="15121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Bef>
                <a:spcPct val="20000"/>
              </a:spcBef>
              <a:buClr>
                <a:srgbClr val="2266AB"/>
              </a:buClr>
              <a:buFont typeface="Arial" charset="0"/>
              <a:buChar char="•"/>
            </a:pPr>
            <a:r>
              <a:rPr lang="en-CA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Fire Fighting</a:t>
            </a:r>
          </a:p>
          <a:p>
            <a:pPr marL="342900" indent="-342900">
              <a:spcBef>
                <a:spcPct val="20000"/>
              </a:spcBef>
              <a:buClr>
                <a:srgbClr val="2266AB"/>
              </a:buClr>
              <a:buFont typeface="Arial" charset="0"/>
              <a:buChar char="•"/>
            </a:pPr>
            <a:r>
              <a:rPr lang="en-CA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Rescue</a:t>
            </a:r>
          </a:p>
          <a:p>
            <a:pPr marL="342900" indent="-342900">
              <a:spcBef>
                <a:spcPct val="20000"/>
              </a:spcBef>
              <a:buClr>
                <a:srgbClr val="2266AB"/>
              </a:buClr>
              <a:buFont typeface="Arial" charset="0"/>
              <a:buChar char="•"/>
            </a:pPr>
            <a:r>
              <a:rPr lang="en-CA" sz="2400">
                <a:latin typeface="Times New Roman" panose="02020603050405020304" pitchFamily="18" charset="0"/>
                <a:cs typeface="Times New Roman" panose="02020603050405020304" pitchFamily="18" charset="0"/>
              </a:rPr>
              <a:t>Hurricane / Disaster Relief </a:t>
            </a:r>
          </a:p>
          <a:p>
            <a:pPr marL="342900" indent="-342900">
              <a:spcBef>
                <a:spcPct val="20000"/>
              </a:spcBef>
              <a:buClr>
                <a:srgbClr val="2266AB"/>
              </a:buClr>
              <a:buFont typeface="Arial" charset="0"/>
              <a:buChar char="•"/>
            </a:pPr>
            <a:endParaRPr lang="en-CA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01F604-10A7-5415-A8B2-BBACB22BBF01}"/>
              </a:ext>
            </a:extLst>
          </p:cNvPr>
          <p:cNvSpPr txBox="1"/>
          <p:nvPr/>
        </p:nvSpPr>
        <p:spPr bwMode="auto">
          <a:xfrm>
            <a:off x="9120336" y="1422068"/>
            <a:ext cx="3458244" cy="15121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Bef>
                <a:spcPct val="20000"/>
              </a:spcBef>
              <a:buClr>
                <a:srgbClr val="2266AB"/>
              </a:buClr>
              <a:buFont typeface="Arial" charset="0"/>
              <a:buChar char="•"/>
            </a:pPr>
            <a:r>
              <a:rPr lang="en-CA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</a:p>
          <a:p>
            <a:pPr marL="342900" indent="-342900">
              <a:spcBef>
                <a:spcPct val="20000"/>
              </a:spcBef>
              <a:buClr>
                <a:srgbClr val="2266AB"/>
              </a:buClr>
              <a:buFont typeface="Arial" charset="0"/>
              <a:buChar char="•"/>
            </a:pPr>
            <a:endParaRPr lang="en-CA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D8F995-55CA-F572-459B-9821DAECA8D5}"/>
              </a:ext>
            </a:extLst>
          </p:cNvPr>
          <p:cNvSpPr txBox="1"/>
          <p:nvPr/>
        </p:nvSpPr>
        <p:spPr>
          <a:xfrm>
            <a:off x="506467" y="5847917"/>
            <a:ext cx="11161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Ensuring reliability and operational readiness is essential for safe and efficient operations.</a:t>
            </a:r>
          </a:p>
        </p:txBody>
      </p:sp>
      <p:pic>
        <p:nvPicPr>
          <p:cNvPr id="5122" name="Picture 2" descr="UC Logo - University of Cincinnati [uc.edu] - PNG Logo Vector Brand ...">
            <a:extLst>
              <a:ext uri="{FF2B5EF4-FFF2-40B4-BE49-F238E27FC236}">
                <a16:creationId xmlns:a16="http://schemas.microsoft.com/office/drawing/2014/main" id="{ADEC9249-20AA-131D-FAA4-B76088AD5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936" y="311331"/>
            <a:ext cx="705826" cy="70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diagram of a process&#10;&#10;AI-generated content may be incorrect.">
            <a:extLst>
              <a:ext uri="{FF2B5EF4-FFF2-40B4-BE49-F238E27FC236}">
                <a16:creationId xmlns:a16="http://schemas.microsoft.com/office/drawing/2014/main" id="{2A385A4D-717A-195E-CB08-F21DB1124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602" y="1574633"/>
            <a:ext cx="11944851" cy="472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2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8D3D3-E720-FD62-44EA-AD03CF9A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Vehicle Risk Factors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149186-14C8-BF10-8BB8-F75380D0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AF0CCF-BA9D-45A2-B965-C8A63BDE9C3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Rough Sketch: &quot;I Build Flying Robots&quot;">
            <a:extLst>
              <a:ext uri="{FF2B5EF4-FFF2-40B4-BE49-F238E27FC236}">
                <a16:creationId xmlns:a16="http://schemas.microsoft.com/office/drawing/2014/main" id="{4F9CFE87-F12B-2063-CAC9-53ACFDB3F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840" y="2378977"/>
            <a:ext cx="7077042" cy="4362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5E76429-092E-7693-7B86-DF6C2E510B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6601691"/>
              </p:ext>
            </p:extLst>
          </p:nvPr>
        </p:nvGraphicFramePr>
        <p:xfrm>
          <a:off x="2106856" y="1043583"/>
          <a:ext cx="7978288" cy="17109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E686D6C-E5BE-FBBA-24E3-D6051A7FBCFF}"/>
              </a:ext>
            </a:extLst>
          </p:cNvPr>
          <p:cNvSpPr/>
          <p:nvPr/>
        </p:nvSpPr>
        <p:spPr>
          <a:xfrm>
            <a:off x="6371865" y="5589240"/>
            <a:ext cx="1256249" cy="50405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B33B9-D24D-8944-EB1F-BF3F6D74362E}"/>
              </a:ext>
            </a:extLst>
          </p:cNvPr>
          <p:cNvSpPr/>
          <p:nvPr/>
        </p:nvSpPr>
        <p:spPr>
          <a:xfrm>
            <a:off x="10272464" y="5589240"/>
            <a:ext cx="871788" cy="50405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AD11AD-A36B-AAA2-32C6-CAA2A814D7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9263" y="4339897"/>
            <a:ext cx="1495634" cy="19052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B2B2C2-3D66-26FD-595B-073CE7D485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879" y="2852936"/>
            <a:ext cx="3820058" cy="1638529"/>
          </a:xfrm>
          <a:prstGeom prst="rect">
            <a:avLst/>
          </a:prstGeom>
        </p:spPr>
      </p:pic>
      <p:pic>
        <p:nvPicPr>
          <p:cNvPr id="4" name="Picture 2" descr="UC Logo - University of Cincinnati [uc.edu] - PNG Logo Vector Brand ...">
            <a:extLst>
              <a:ext uri="{FF2B5EF4-FFF2-40B4-BE49-F238E27FC236}">
                <a16:creationId xmlns:a16="http://schemas.microsoft.com/office/drawing/2014/main" id="{A36C9D8D-A68D-BCE6-CEC3-2D65C47E1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936" y="311331"/>
            <a:ext cx="705826" cy="70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29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5D282B-CC98-5FA1-8F6B-1EB7C488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E62064-3020-486C-B189-0E9359D7A6F7}" type="slidenum">
              <a:rPr lang="en-CA" noProof="0" smtClean="0"/>
              <a:pPr>
                <a:defRPr/>
              </a:pPr>
              <a:t>3</a:t>
            </a:fld>
            <a:endParaRPr lang="en-CA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A46FE-1E34-3A8B-B695-3CF0BCC85443}"/>
              </a:ext>
            </a:extLst>
          </p:cNvPr>
          <p:cNvSpPr txBox="1"/>
          <p:nvPr/>
        </p:nvSpPr>
        <p:spPr>
          <a:xfrm>
            <a:off x="623392" y="1343352"/>
            <a:ext cx="10611246" cy="45341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1800" b="1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As Unmanned Aerial Vehicles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(UAVs) become increasingly integral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 to logistics, surveillance, and emergency response, ensuring the reliability of their powertrain components, particularly motors and Li-ion batteries, is critical to safe and sustained operation. This work presents a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comprehensive in-flight powertrain health monitoring framework 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that combines semi-supervised and supervised learning techniques to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detect anomalies and predict degradation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. Motor health is assessed using a semi-supervised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one-dimensional Convolutional Neural Network (CNN) Autoencoder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 trained on healthy acoustic signatures of Brushless DC (BLDC) motors, enabling early fault detection without the need for large, labeled datasets. For battery health monitoring, a supervised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Deep Operator Network (DeepONet) 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is trained on historical voltage and current data across multiple charge and discharge cycles to estimate battery degradation,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predict Remaining Useful Life (RUL)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, and compute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remaining flight time.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 The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integration of both models 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enables real-time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data-driven diagnostics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 of the UAV powertrain. This framework is designed for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deployment within the In-time Aviation Safety Management System (IASMS)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, supporting both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preflight readiness assessment and inflight anomaly detection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, and </a:t>
            </a:r>
            <a:r>
              <a:rPr lang="en-US" sz="1800" b="1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improving UAV reliability</a:t>
            </a:r>
            <a:r>
              <a:rPr lang="en-US" sz="1800" kern="100">
                <a:effectLst/>
                <a:latin typeface="Times New Roman"/>
                <a:ea typeface="Aptos" panose="020B0004020202020204" pitchFamily="34" charset="0"/>
                <a:cs typeface="Times New Roman"/>
              </a:rPr>
              <a:t> in mission-critical environments.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7B9C9E7-D07B-EF52-7FD8-C686EF8726DF}"/>
              </a:ext>
            </a:extLst>
          </p:cNvPr>
          <p:cNvSpPr txBox="1">
            <a:spLocks/>
          </p:cNvSpPr>
          <p:nvPr/>
        </p:nvSpPr>
        <p:spPr bwMode="auto">
          <a:xfrm>
            <a:off x="131235" y="82082"/>
            <a:ext cx="11013017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5" name="Picture 2" descr="UC Logo - University of Cincinnati [uc.edu] - PNG Logo Vector Brand ...">
            <a:extLst>
              <a:ext uri="{FF2B5EF4-FFF2-40B4-BE49-F238E27FC236}">
                <a16:creationId xmlns:a16="http://schemas.microsoft.com/office/drawing/2014/main" id="{85D1921A-DD9B-5419-6C49-BE0ECCC9E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936" y="311331"/>
            <a:ext cx="705826" cy="70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95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2B82-9B7B-DEBF-2A8C-CA03ABAC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1F58B8-5450-BE1B-3590-B013E0E4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AF0CCF-BA9D-45A2-B965-C8A63BDE9C3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C Logo - University of Cincinnati [uc.edu] - PNG Logo Vector Brand ...">
            <a:extLst>
              <a:ext uri="{FF2B5EF4-FFF2-40B4-BE49-F238E27FC236}">
                <a16:creationId xmlns:a16="http://schemas.microsoft.com/office/drawing/2014/main" id="{EEBBC456-1A1D-1567-C03C-912A90D2B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936" y="311331"/>
            <a:ext cx="705826" cy="70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8B29FA-19A7-C34C-54E1-8D34F08FC434}"/>
              </a:ext>
            </a:extLst>
          </p:cNvPr>
          <p:cNvSpPr txBox="1"/>
          <p:nvPr/>
        </p:nvSpPr>
        <p:spPr>
          <a:xfrm>
            <a:off x="335360" y="1412776"/>
            <a:ext cx="11674387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latin typeface="Arial"/>
                <a:cs typeface="Arial"/>
              </a:rPr>
              <a:t>1. As a UAV operator, I want to </a:t>
            </a:r>
            <a:r>
              <a:rPr lang="en-US" b="1">
                <a:latin typeface="Arial"/>
                <a:cs typeface="Arial"/>
              </a:rPr>
              <a:t>automatically detect motor or propeller faults during flight</a:t>
            </a:r>
            <a:r>
              <a:rPr lang="en-US">
                <a:latin typeface="Arial"/>
                <a:cs typeface="Arial"/>
              </a:rPr>
              <a:t> to ensure safe landing and prevent crashes.  </a:t>
            </a:r>
          </a:p>
          <a:p>
            <a:r>
              <a:rPr lang="en-US">
                <a:latin typeface="Arial"/>
                <a:cs typeface="Arial"/>
              </a:rPr>
              <a:t>2. As a drone fleet manager, I want to track battery health and predict remaining flight time to </a:t>
            </a:r>
            <a:r>
              <a:rPr lang="en-US" b="1">
                <a:latin typeface="Arial"/>
                <a:cs typeface="Arial"/>
              </a:rPr>
              <a:t>plan missions more reliably</a:t>
            </a:r>
            <a:r>
              <a:rPr lang="en-US">
                <a:latin typeface="Arial"/>
                <a:cs typeface="Arial"/>
              </a:rPr>
              <a:t>.  </a:t>
            </a:r>
          </a:p>
          <a:p>
            <a:r>
              <a:rPr lang="en-US">
                <a:latin typeface="Arial"/>
                <a:cs typeface="Arial"/>
              </a:rPr>
              <a:t>3. As a remote operator, I want in-flight detection of propeller damage to </a:t>
            </a:r>
            <a:r>
              <a:rPr lang="en-US" b="1">
                <a:latin typeface="Arial"/>
                <a:cs typeface="Arial"/>
              </a:rPr>
              <a:t>avoid risky deployments</a:t>
            </a:r>
            <a:r>
              <a:rPr lang="en-US">
                <a:latin typeface="Arial"/>
                <a:cs typeface="Arial"/>
              </a:rPr>
              <a:t>.  </a:t>
            </a:r>
          </a:p>
          <a:p>
            <a:r>
              <a:rPr lang="en-US">
                <a:latin typeface="Arial"/>
                <a:cs typeface="Arial"/>
              </a:rPr>
              <a:t>4. As a UAV maintenance technician, I want </a:t>
            </a:r>
            <a:r>
              <a:rPr lang="en-US" b="1">
                <a:latin typeface="Arial"/>
                <a:cs typeface="Arial"/>
              </a:rPr>
              <a:t>pre-flight diagnostics to flag potential faults before operation</a:t>
            </a:r>
            <a:r>
              <a:rPr lang="en-US">
                <a:latin typeface="Arial"/>
                <a:cs typeface="Arial"/>
              </a:rPr>
              <a:t>.  </a:t>
            </a:r>
          </a:p>
          <a:p>
            <a:r>
              <a:rPr lang="en-US">
                <a:latin typeface="Arial"/>
                <a:cs typeface="Arial"/>
              </a:rPr>
              <a:t>5. As an aviation safety regulator, I want a </a:t>
            </a:r>
            <a:r>
              <a:rPr lang="en-US" b="1">
                <a:latin typeface="Arial"/>
                <a:cs typeface="Arial"/>
              </a:rPr>
              <a:t>standardized onboard health monitoring system</a:t>
            </a:r>
            <a:r>
              <a:rPr lang="en-US">
                <a:latin typeface="Arial"/>
                <a:cs typeface="Arial"/>
              </a:rPr>
              <a:t> to improve UAV safety and compliance.</a:t>
            </a:r>
          </a:p>
          <a:p>
            <a:r>
              <a:rPr lang="en-US"/>
              <a:t> </a:t>
            </a:r>
          </a:p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F6237B-533F-6244-B2FB-AF076E53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3" y="82550"/>
            <a:ext cx="9261475" cy="936625"/>
          </a:xfrm>
        </p:spPr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User Stories</a:t>
            </a:r>
          </a:p>
        </p:txBody>
      </p:sp>
    </p:spTree>
    <p:extLst>
      <p:ext uri="{BB962C8B-B14F-4D97-AF65-F5344CB8AC3E}">
        <p14:creationId xmlns:p14="http://schemas.microsoft.com/office/powerpoint/2010/main" val="183647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3C34-00BE-5B2A-1446-D4165736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/>
              </a:rPr>
              <a:t>Design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111D2A-A7FA-6591-EBD0-248FC0F0B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828" y="117731"/>
            <a:ext cx="3910172" cy="1783440"/>
          </a:xfrm>
          <a:prstGeom prst="rect">
            <a:avLst/>
          </a:prstGeom>
        </p:spPr>
      </p:pic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9D2D4225-980F-137E-0ED2-9ADCC931E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8" y="2244802"/>
            <a:ext cx="10944225" cy="2533650"/>
          </a:xfrm>
          <a:prstGeom prst="rect">
            <a:avLst/>
          </a:prstGeom>
        </p:spPr>
      </p:pic>
      <p:pic>
        <p:nvPicPr>
          <p:cNvPr id="6" name="Picture 5" descr="A diagram of a machine&#10;&#10;AI-generated content may be incorrect.">
            <a:extLst>
              <a:ext uri="{FF2B5EF4-FFF2-40B4-BE49-F238E27FC236}">
                <a16:creationId xmlns:a16="http://schemas.microsoft.com/office/drawing/2014/main" id="{20F52B2D-20FB-2A89-18D8-32366AF7C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926" y="332457"/>
            <a:ext cx="8220075" cy="5734050"/>
          </a:xfrm>
          <a:prstGeom prst="rect">
            <a:avLst/>
          </a:prstGeom>
        </p:spPr>
      </p:pic>
      <p:pic>
        <p:nvPicPr>
          <p:cNvPr id="9" name="Picture 8" descr="A diagram of a drone&#10;&#10;AI-generated content may be incorrect.">
            <a:extLst>
              <a:ext uri="{FF2B5EF4-FFF2-40B4-BE49-F238E27FC236}">
                <a16:creationId xmlns:a16="http://schemas.microsoft.com/office/drawing/2014/main" id="{36E85620-37D2-36F5-8674-CB6CB47F5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66" y="79699"/>
            <a:ext cx="11391900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3C76-81D2-FABE-9327-B2AECB3F5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841E-97B3-AA0C-536E-736C6502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Constraints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FCA987-E61A-5447-4F21-388C92C8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AF0CCF-BA9D-45A2-B965-C8A63BDE9C3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C Logo - University of Cincinnati [uc.edu] - PNG Logo Vector Brand ...">
            <a:extLst>
              <a:ext uri="{FF2B5EF4-FFF2-40B4-BE49-F238E27FC236}">
                <a16:creationId xmlns:a16="http://schemas.microsoft.com/office/drawing/2014/main" id="{2A1B2C77-3EAB-CF37-718C-8867EF978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936" y="311331"/>
            <a:ext cx="705826" cy="70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5D1F71-BC0A-77C6-96EE-8075CDFCFB7C}"/>
              </a:ext>
            </a:extLst>
          </p:cNvPr>
          <p:cNvSpPr txBox="1"/>
          <p:nvPr/>
        </p:nvSpPr>
        <p:spPr>
          <a:xfrm>
            <a:off x="479376" y="1628800"/>
            <a:ext cx="9649072" cy="33650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• </a:t>
            </a:r>
            <a:r>
              <a:rPr lang="en-US" b="1">
                <a:latin typeface="Arial"/>
                <a:cs typeface="Arial"/>
              </a:rPr>
              <a:t>Economic:</a:t>
            </a:r>
            <a:r>
              <a:rPr lang="en-US">
                <a:latin typeface="Arial"/>
                <a:cs typeface="Arial"/>
              </a:rPr>
              <a:t> Limited funding requires use of cost-effective sensors and open-source tools.  </a:t>
            </a:r>
          </a:p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• </a:t>
            </a:r>
            <a:r>
              <a:rPr lang="en-US" b="1">
                <a:latin typeface="Arial"/>
                <a:cs typeface="Arial"/>
              </a:rPr>
              <a:t>Professional:</a:t>
            </a:r>
            <a:r>
              <a:rPr lang="en-US">
                <a:latin typeface="Arial"/>
                <a:cs typeface="Arial"/>
              </a:rPr>
              <a:t> Interdisciplinary collaboration between CS and ME students requires strict coordination.  </a:t>
            </a:r>
          </a:p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• </a:t>
            </a:r>
            <a:r>
              <a:rPr lang="en-US" b="1">
                <a:latin typeface="Arial"/>
                <a:cs typeface="Arial"/>
              </a:rPr>
              <a:t>Ethical:</a:t>
            </a:r>
            <a:r>
              <a:rPr lang="en-US">
                <a:latin typeface="Arial"/>
                <a:cs typeface="Arial"/>
              </a:rPr>
              <a:t> Prioritize safety by minimizing false negatives — detecting potential faults even if data uncertainty is high.  </a:t>
            </a:r>
          </a:p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• </a:t>
            </a:r>
            <a:r>
              <a:rPr lang="en-US" b="1">
                <a:latin typeface="Arial"/>
                <a:cs typeface="Arial"/>
              </a:rPr>
              <a:t>Legal:</a:t>
            </a:r>
            <a:r>
              <a:rPr lang="en-US">
                <a:latin typeface="Arial"/>
                <a:cs typeface="Arial"/>
              </a:rPr>
              <a:t> UAV testing must comply with institutional and FAA safety regulations.  </a:t>
            </a:r>
          </a:p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• </a:t>
            </a:r>
            <a:r>
              <a:rPr lang="en-US" b="1">
                <a:latin typeface="Arial"/>
                <a:cs typeface="Arial"/>
              </a:rPr>
              <a:t>Environmental:</a:t>
            </a:r>
            <a:r>
              <a:rPr lang="en-US">
                <a:latin typeface="Arial"/>
                <a:cs typeface="Arial"/>
              </a:rPr>
              <a:t> Aim to reduce crash waste and promote sustainable drone operation.  </a:t>
            </a:r>
          </a:p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• </a:t>
            </a:r>
            <a:r>
              <a:rPr lang="en-US" b="1">
                <a:latin typeface="Arial"/>
                <a:cs typeface="Arial"/>
              </a:rPr>
              <a:t>Data:</a:t>
            </a:r>
            <a:r>
              <a:rPr lang="en-US">
                <a:latin typeface="Arial"/>
                <a:cs typeface="Arial"/>
              </a:rPr>
              <a:t> Limited faulty data availability → use semi-supervised methods.</a:t>
            </a:r>
          </a:p>
        </p:txBody>
      </p:sp>
    </p:spTree>
    <p:extLst>
      <p:ext uri="{BB962C8B-B14F-4D97-AF65-F5344CB8AC3E}">
        <p14:creationId xmlns:p14="http://schemas.microsoft.com/office/powerpoint/2010/main" val="3790173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D8A94-6DF5-143E-F85E-7D115DED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AF0CCF-BA9D-45A2-B965-C8A63BDE9C31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AFDE35-854C-6649-9726-40F5334DB940}"/>
              </a:ext>
            </a:extLst>
          </p:cNvPr>
          <p:cNvSpPr txBox="1"/>
          <p:nvPr/>
        </p:nvSpPr>
        <p:spPr>
          <a:xfrm>
            <a:off x="479376" y="1628800"/>
            <a:ext cx="11347505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Arial"/>
                <a:cs typeface="Arial"/>
              </a:rPr>
              <a:t>Data recording for acoustics/motors</a:t>
            </a:r>
          </a:p>
          <a:p>
            <a:r>
              <a:rPr lang="en-US">
                <a:latin typeface="Arial"/>
                <a:cs typeface="Arial"/>
              </a:rPr>
              <a:t>• Microphone selection and placement finalized  </a:t>
            </a:r>
          </a:p>
          <a:p>
            <a:r>
              <a:rPr lang="en-US">
                <a:latin typeface="Arial"/>
                <a:cs typeface="Arial"/>
              </a:rPr>
              <a:t>• Design of experiments completed  </a:t>
            </a:r>
          </a:p>
          <a:p>
            <a:r>
              <a:rPr lang="en-US">
                <a:latin typeface="Arial"/>
                <a:cs typeface="Arial"/>
              </a:rPr>
              <a:t>• Fault conditions induced under controlled setup  </a:t>
            </a:r>
          </a:p>
          <a:p>
            <a:r>
              <a:rPr lang="en-US">
                <a:latin typeface="Arial"/>
                <a:cs typeface="Arial"/>
              </a:rPr>
              <a:t>• Data organization and labeling completed  </a:t>
            </a:r>
          </a:p>
          <a:p>
            <a:endParaRPr lang="en-US"/>
          </a:p>
          <a:p>
            <a:r>
              <a:rPr lang="en-US" b="1">
                <a:latin typeface="Arial"/>
                <a:cs typeface="Arial"/>
              </a:rPr>
              <a:t>Modelling for fault detection  </a:t>
            </a:r>
          </a:p>
          <a:p>
            <a:r>
              <a:rPr lang="en-US">
                <a:latin typeface="Arial"/>
                <a:cs typeface="Arial"/>
              </a:rPr>
              <a:t>• Supervised and semi-supervised models trained and tested  </a:t>
            </a:r>
          </a:p>
          <a:p>
            <a:r>
              <a:rPr lang="en-US">
                <a:latin typeface="Arial"/>
                <a:cs typeface="Arial"/>
              </a:rPr>
              <a:t>• Misclassification analysis performed to identify discrepancies  </a:t>
            </a:r>
          </a:p>
          <a:p>
            <a:r>
              <a:rPr lang="en-US">
                <a:latin typeface="Arial"/>
                <a:cs typeface="Arial"/>
              </a:rPr>
              <a:t>• Fine-tuning in progress; current models performing reliably  </a:t>
            </a:r>
          </a:p>
          <a:p>
            <a:endParaRPr lang="en-US" b="1">
              <a:cs typeface="Arial"/>
            </a:endParaRPr>
          </a:p>
          <a:p>
            <a:r>
              <a:rPr lang="en-US" b="1">
                <a:latin typeface="Arial"/>
                <a:cs typeface="Arial"/>
              </a:rPr>
              <a:t>Additional system development  </a:t>
            </a:r>
          </a:p>
          <a:p>
            <a:r>
              <a:rPr lang="en-US">
                <a:latin typeface="Arial"/>
                <a:cs typeface="Arial"/>
              </a:rPr>
              <a:t>• Second drone built and configured for battery data collection  </a:t>
            </a:r>
          </a:p>
          <a:p>
            <a:r>
              <a:rPr lang="en-US">
                <a:latin typeface="Arial"/>
                <a:cs typeface="Arial"/>
              </a:rPr>
              <a:t>• Temperature and current sensors ordered and under integration  </a:t>
            </a:r>
          </a:p>
          <a:p>
            <a:r>
              <a:rPr lang="en-US">
                <a:latin typeface="Arial"/>
                <a:cs typeface="Arial"/>
              </a:rPr>
              <a:t>• Jetson Nano successfully configured for real-time model inference and onboard data logging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1797052-E9AE-2631-7773-A2594749D325}"/>
              </a:ext>
            </a:extLst>
          </p:cNvPr>
          <p:cNvSpPr txBox="1">
            <a:spLocks/>
          </p:cNvSpPr>
          <p:nvPr/>
        </p:nvSpPr>
        <p:spPr bwMode="auto">
          <a:xfrm>
            <a:off x="191344" y="236572"/>
            <a:ext cx="926253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 of Project Progress - Current state of project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380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621E-BFD5-BB6E-678A-0784196B7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2F0C-F95D-3790-6CE1-0AA64CDCD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Accomplishments for the end of this term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DA823D-7C45-459D-B818-A61AE175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AF0CCF-BA9D-45A2-B965-C8A63BDE9C3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C Logo - University of Cincinnati [uc.edu] - PNG Logo Vector Brand ...">
            <a:extLst>
              <a:ext uri="{FF2B5EF4-FFF2-40B4-BE49-F238E27FC236}">
                <a16:creationId xmlns:a16="http://schemas.microsoft.com/office/drawing/2014/main" id="{3CB340AF-A1F4-D89E-BB0F-C48DE1E8C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936" y="311331"/>
            <a:ext cx="705826" cy="70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655FB3-DA98-D994-B35C-3EF85E00A623}"/>
              </a:ext>
            </a:extLst>
          </p:cNvPr>
          <p:cNvSpPr txBox="1"/>
          <p:nvPr/>
        </p:nvSpPr>
        <p:spPr>
          <a:xfrm>
            <a:off x="479376" y="1628800"/>
            <a:ext cx="9649072" cy="2949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By End of Fall 2025:</a:t>
            </a:r>
          </a:p>
          <a:p>
            <a:pPr>
              <a:lnSpc>
                <a:spcPct val="150000"/>
              </a:lnSpc>
            </a:pPr>
            <a:endParaRPr lang="en-US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• Complete round 1 of battery data collection and pre-processing.  </a:t>
            </a:r>
          </a:p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• Finalize </a:t>
            </a:r>
            <a:r>
              <a:rPr lang="en-US" err="1">
                <a:latin typeface="Arial"/>
                <a:cs typeface="Arial"/>
              </a:rPr>
              <a:t>DeepONet</a:t>
            </a:r>
            <a:r>
              <a:rPr lang="en-US">
                <a:latin typeface="Arial"/>
                <a:cs typeface="Arial"/>
              </a:rPr>
              <a:t> battery model architecture.  </a:t>
            </a:r>
          </a:p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• Fully integrate motor fault detection model on Jetson for live inference.  </a:t>
            </a:r>
          </a:p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• Conduct in-flight or stand-mounted system testing.  </a:t>
            </a:r>
          </a:p>
          <a:p>
            <a:pPr>
              <a:lnSpc>
                <a:spcPct val="150000"/>
              </a:lnSpc>
            </a:pPr>
            <a:r>
              <a:rPr lang="en-US">
                <a:latin typeface="Arial"/>
                <a:cs typeface="Arial"/>
              </a:rPr>
              <a:t>• Complete integration of second drone with temperature and current sensors.</a:t>
            </a:r>
          </a:p>
        </p:txBody>
      </p:sp>
    </p:spTree>
    <p:extLst>
      <p:ext uri="{BB962C8B-B14F-4D97-AF65-F5344CB8AC3E}">
        <p14:creationId xmlns:p14="http://schemas.microsoft.com/office/powerpoint/2010/main" val="1930459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277BD-899C-197F-472A-AE9D5EA33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34A5-BD6D-077F-FE3A-DBC8EB30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Division of Work - Who is doing what on the project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AFD62-C0F4-F79F-BDDF-56FF0722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AF0CCF-BA9D-45A2-B965-C8A63BDE9C3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C Logo - University of Cincinnati [uc.edu] - PNG Logo Vector Brand ...">
            <a:extLst>
              <a:ext uri="{FF2B5EF4-FFF2-40B4-BE49-F238E27FC236}">
                <a16:creationId xmlns:a16="http://schemas.microsoft.com/office/drawing/2014/main" id="{82AF62E4-9DEC-1464-9C80-A2A8E282A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936" y="311331"/>
            <a:ext cx="705826" cy="70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5D97B1-310F-F6A8-E1EB-2C30CA005BB4}"/>
              </a:ext>
            </a:extLst>
          </p:cNvPr>
          <p:cNvSpPr txBox="1"/>
          <p:nvPr/>
        </p:nvSpPr>
        <p:spPr>
          <a:xfrm>
            <a:off x="479376" y="1628800"/>
            <a:ext cx="10934373" cy="25340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err="1">
                <a:latin typeface="Arial"/>
                <a:cs typeface="Arial"/>
              </a:rPr>
              <a:t>Prissha</a:t>
            </a:r>
            <a:r>
              <a:rPr lang="en-US" b="1">
                <a:latin typeface="Arial"/>
                <a:cs typeface="Arial"/>
              </a:rPr>
              <a:t> Chawla</a:t>
            </a:r>
            <a:r>
              <a:rPr lang="en-US">
                <a:latin typeface="Arial"/>
                <a:cs typeface="Arial"/>
              </a:rPr>
              <a:t> – Data collection design, motor model development, fine-tuning, documentation.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cs typeface="Arial"/>
              </a:rPr>
              <a:t>Siddharth Urankar</a:t>
            </a:r>
            <a:r>
              <a:rPr lang="en-US">
                <a:latin typeface="Arial"/>
                <a:cs typeface="Arial"/>
              </a:rPr>
              <a:t> – Jetson integration, battery model development, onboard deployment, Expo presentation.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cs typeface="Arial"/>
              </a:rPr>
              <a:t>Ally Blair</a:t>
            </a:r>
            <a:r>
              <a:rPr lang="en-US">
                <a:latin typeface="Arial"/>
                <a:cs typeface="Arial"/>
              </a:rPr>
              <a:t> – Drone assembly, sensor integration, data recording, strain gauge setup.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cs typeface="Arial"/>
              </a:rPr>
              <a:t>Dr. Kumar &amp; Luke </a:t>
            </a:r>
            <a:r>
              <a:rPr lang="en-US">
                <a:latin typeface="Arial"/>
                <a:cs typeface="Arial"/>
              </a:rPr>
              <a:t>– Faculty Advisor, University of Cincinnati.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cs typeface="Arial"/>
              </a:rPr>
              <a:t>Dr. Kulkarni (NASA) &amp; Dr. Chao (ZHAW/TU Delft)</a:t>
            </a:r>
            <a:r>
              <a:rPr lang="en-US">
                <a:latin typeface="Arial"/>
                <a:cs typeface="Arial"/>
              </a:rPr>
              <a:t> – Research Mentors &amp; Technical Review.</a:t>
            </a:r>
          </a:p>
        </p:txBody>
      </p:sp>
    </p:spTree>
    <p:extLst>
      <p:ext uri="{BB962C8B-B14F-4D97-AF65-F5344CB8AC3E}">
        <p14:creationId xmlns:p14="http://schemas.microsoft.com/office/powerpoint/2010/main" val="2990231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0E180-2BB8-462F-EB7D-A5125A8D0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C0D39-0A7D-BCAE-6BCC-C2D69C57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Demo at Expo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DE0C63-3A32-86C3-3F33-415CBF91D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AF0CCF-BA9D-45A2-B965-C8A63BDE9C3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C Logo - University of Cincinnati [uc.edu] - PNG Logo Vector Brand ...">
            <a:extLst>
              <a:ext uri="{FF2B5EF4-FFF2-40B4-BE49-F238E27FC236}">
                <a16:creationId xmlns:a16="http://schemas.microsoft.com/office/drawing/2014/main" id="{F09267C7-AC70-FBDC-A389-5D4DB8AC2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936" y="311331"/>
            <a:ext cx="705826" cy="70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A59E2F-0B8D-AF8C-EE89-A5602F914D54}"/>
              </a:ext>
            </a:extLst>
          </p:cNvPr>
          <p:cNvSpPr txBox="1"/>
          <p:nvPr/>
        </p:nvSpPr>
        <p:spPr>
          <a:xfrm>
            <a:off x="6097979" y="1792615"/>
            <a:ext cx="5614663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• Drone mounted on stand, connected to Jetson Nano.  </a:t>
            </a:r>
          </a:p>
          <a:p>
            <a:pPr>
              <a:lnSpc>
                <a:spcPct val="150000"/>
              </a:lnSpc>
            </a:pPr>
            <a:r>
              <a:rPr lang="en-US"/>
              <a:t>• Healthy motor → Model displays “Healthy.”  </a:t>
            </a:r>
          </a:p>
          <a:p>
            <a:pPr>
              <a:lnSpc>
                <a:spcPct val="150000"/>
              </a:lnSpc>
            </a:pPr>
            <a:r>
              <a:rPr lang="en-US"/>
              <a:t>• Faulty motor swapped → Real-time anomaly detected (LED indicator).  </a:t>
            </a:r>
          </a:p>
          <a:p>
            <a:pPr>
              <a:lnSpc>
                <a:spcPct val="150000"/>
              </a:lnSpc>
            </a:pPr>
            <a:r>
              <a:rPr lang="en-US"/>
              <a:t>• Dashboard displays motor health and battery RUL.  </a:t>
            </a:r>
          </a:p>
          <a:p>
            <a:pPr>
              <a:lnSpc>
                <a:spcPct val="150000"/>
              </a:lnSpc>
            </a:pPr>
            <a:r>
              <a:rPr lang="en-US"/>
              <a:t>• Operator performs throttle changes to demonstrate detection robustness.  </a:t>
            </a:r>
          </a:p>
          <a:p>
            <a:pPr>
              <a:lnSpc>
                <a:spcPct val="150000"/>
              </a:lnSpc>
            </a:pPr>
            <a:r>
              <a:rPr lang="en-US"/>
              <a:t>• Outcome: Demonstrates live in-flight fault monitoring aligned with NASA IASMS goals.</a:t>
            </a:r>
          </a:p>
        </p:txBody>
      </p:sp>
      <p:pic>
        <p:nvPicPr>
          <p:cNvPr id="7" name="Picture 5" descr="A drone with a camera flying in the air&#10;&#10;AI-generated content may be incorrect.">
            <a:extLst>
              <a:ext uri="{FF2B5EF4-FFF2-40B4-BE49-F238E27FC236}">
                <a16:creationId xmlns:a16="http://schemas.microsoft.com/office/drawing/2014/main" id="{9EFE98A7-F32D-6B95-E93C-6DDF255F1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58" y="1989186"/>
            <a:ext cx="4916127" cy="347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635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E0C56-7E24-890E-EF51-BC5D8C362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62155F8D-4B15-4627-1A4A-72F651C764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208BEB08-BD40-86E1-FF30-CEC4895DC156}"/>
              </a:ext>
            </a:extLst>
          </p:cNvPr>
          <p:cNvSpPr/>
          <p:nvPr/>
        </p:nvSpPr>
        <p:spPr>
          <a:xfrm>
            <a:off x="-2357" y="4509120"/>
            <a:ext cx="12192000" cy="1656184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01FAB18-FD22-4A4C-E3C1-336B6548CDF4}"/>
              </a:ext>
            </a:extLst>
          </p:cNvPr>
          <p:cNvSpPr txBox="1"/>
          <p:nvPr/>
        </p:nvSpPr>
        <p:spPr>
          <a:xfrm>
            <a:off x="614670" y="4728550"/>
            <a:ext cx="11161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7A467CD-C191-932C-833D-15EDCF755D85}"/>
              </a:ext>
            </a:extLst>
          </p:cNvPr>
          <p:cNvSpPr txBox="1"/>
          <p:nvPr/>
        </p:nvSpPr>
        <p:spPr>
          <a:xfrm>
            <a:off x="614670" y="5176590"/>
            <a:ext cx="114492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Prissha</a:t>
            </a:r>
            <a:r>
              <a:rPr lang="en-CA" sz="1600">
                <a:latin typeface="Times New Roman" panose="02020603050405020304" pitchFamily="18" charset="0"/>
                <a:cs typeface="Times New Roman" panose="02020603050405020304" pitchFamily="18" charset="0"/>
              </a:rPr>
              <a:t> Chawla, Siddharth Urankar, Ally Blair [University of Cincinnati] </a:t>
            </a:r>
          </a:p>
          <a:p>
            <a:r>
              <a:rPr lang="en-CA" sz="1600">
                <a:latin typeface="Times New Roman"/>
                <a:cs typeface="Times New Roman"/>
              </a:rPr>
              <a:t>Chetan Kulkarni [KBR Inc, NASA Ames Research Center]</a:t>
            </a:r>
          </a:p>
          <a:p>
            <a:r>
              <a:rPr lang="en-CA" sz="1600">
                <a:latin typeface="Times New Roman" panose="02020603050405020304" pitchFamily="18" charset="0"/>
                <a:cs typeface="Times New Roman" panose="02020603050405020304" pitchFamily="18" charset="0"/>
              </a:rPr>
              <a:t>Manuel Arias Chao [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Zurich University of Applied Sciences &amp; TU Delft</a:t>
            </a:r>
            <a:r>
              <a:rPr lang="en-CA" sz="160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sz="1600">
                <a:latin typeface="Times New Roman"/>
                <a:cs typeface="Times New Roman"/>
              </a:rPr>
              <a:t>Manish Kumar [University of Cincinnati]</a:t>
            </a:r>
          </a:p>
        </p:txBody>
      </p:sp>
    </p:spTree>
    <p:extLst>
      <p:ext uri="{BB962C8B-B14F-4D97-AF65-F5344CB8AC3E}">
        <p14:creationId xmlns:p14="http://schemas.microsoft.com/office/powerpoint/2010/main" val="179300221"/>
      </p:ext>
    </p:extLst>
  </p:cSld>
  <p:clrMapOvr>
    <a:masterClrMapping/>
  </p:clrMapOvr>
</p:sld>
</file>

<file path=ppt/theme/theme1.xml><?xml version="1.0" encoding="utf-8"?>
<a:theme xmlns:a="http://schemas.openxmlformats.org/drawingml/2006/main" name="Folienvorlage_SoE_deutsch_blaues Logo">
  <a:themeElements>
    <a:clrScheme name="SoE Farben">
      <a:dk1>
        <a:sysClr val="windowText" lastClr="000000"/>
      </a:dk1>
      <a:lt1>
        <a:sysClr val="window" lastClr="FFFFFF"/>
      </a:lt1>
      <a:dk2>
        <a:srgbClr val="2266AB"/>
      </a:dk2>
      <a:lt2>
        <a:srgbClr val="78786E"/>
      </a:lt2>
      <a:accent1>
        <a:srgbClr val="2266AB"/>
      </a:accent1>
      <a:accent2>
        <a:srgbClr val="CE003C"/>
      </a:accent2>
      <a:accent3>
        <a:srgbClr val="78786E"/>
      </a:accent3>
      <a:accent4>
        <a:srgbClr val="000000"/>
      </a:accent4>
      <a:accent5>
        <a:srgbClr val="FFFFFF"/>
      </a:accent5>
      <a:accent6>
        <a:srgbClr val="FFFFFF"/>
      </a:accent6>
      <a:hlink>
        <a:srgbClr val="0000FF"/>
      </a:hlink>
      <a:folHlink>
        <a:srgbClr val="0000FF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keanos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ZHAW_SoE_blau">
  <a:themeElements>
    <a:clrScheme name="SoE Farben">
      <a:dk1>
        <a:sysClr val="windowText" lastClr="000000"/>
      </a:dk1>
      <a:lt1>
        <a:sysClr val="window" lastClr="FFFFFF"/>
      </a:lt1>
      <a:dk2>
        <a:srgbClr val="2266AB"/>
      </a:dk2>
      <a:lt2>
        <a:srgbClr val="78786E"/>
      </a:lt2>
      <a:accent1>
        <a:srgbClr val="2266AB"/>
      </a:accent1>
      <a:accent2>
        <a:srgbClr val="CE003C"/>
      </a:accent2>
      <a:accent3>
        <a:srgbClr val="78786E"/>
      </a:accent3>
      <a:accent4>
        <a:srgbClr val="000000"/>
      </a:accent4>
      <a:accent5>
        <a:srgbClr val="FFFFFF"/>
      </a:accent5>
      <a:accent6>
        <a:srgbClr val="FFFFFF"/>
      </a:accent6>
      <a:hlink>
        <a:srgbClr val="0000FF"/>
      </a:hlink>
      <a:folHlink>
        <a:srgbClr val="0000FF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keanos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solidFill>
          <a:schemeClr val="bg1">
            <a:alpha val="79999"/>
          </a:schemeClr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234000" anchor="ctr">
        <a:spAutoFit/>
      </a:bodyPr>
      <a:lstStyle>
        <a:defPPr eaLnBrk="1" hangingPunct="1">
          <a:lnSpc>
            <a:spcPct val="90000"/>
          </a:lnSpc>
          <a:spcAft>
            <a:spcPts val="525"/>
          </a:spcAft>
          <a:buSzPct val="119000"/>
          <a:buFont typeface="Symbol" pitchFamily="18" charset="2"/>
          <a:buChar char="-"/>
          <a:defRPr sz="200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zhaw_Folien_deutsch">
  <a:themeElements>
    <a:clrScheme name="ZHAW">
      <a:dk1>
        <a:srgbClr val="000000"/>
      </a:dk1>
      <a:lt1>
        <a:srgbClr val="FFFFFF"/>
      </a:lt1>
      <a:dk2>
        <a:srgbClr val="9A9A9C"/>
      </a:dk2>
      <a:lt2>
        <a:srgbClr val="0064A6"/>
      </a:lt2>
      <a:accent1>
        <a:srgbClr val="80B2D3"/>
      </a:accent1>
      <a:accent2>
        <a:srgbClr val="D54E12"/>
      </a:accent2>
      <a:accent3>
        <a:srgbClr val="83B819"/>
      </a:accent3>
      <a:accent4>
        <a:srgbClr val="F0B600"/>
      </a:accent4>
      <a:accent5>
        <a:srgbClr val="6A205F"/>
      </a:accent5>
      <a:accent6>
        <a:srgbClr val="EDDBAB"/>
      </a:accent6>
      <a:hlink>
        <a:srgbClr val="583119"/>
      </a:hlink>
      <a:folHlink>
        <a:srgbClr val="9A9A9C"/>
      </a:folHlink>
    </a:clrScheme>
    <a:fontScheme name="zhaw_Folien_deuts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1042988" rtl="0" eaLnBrk="1" fontAlgn="base" latinLnBrk="0" hangingPunct="1">
          <a:lnSpc>
            <a:spcPts val="3200"/>
          </a:lnSpc>
          <a:spcBef>
            <a:spcPct val="0"/>
          </a:spcBef>
          <a:spcAft>
            <a:spcPts val="1600"/>
          </a:spcAft>
          <a:buClrTx/>
          <a:buSzTx/>
          <a:buFontTx/>
          <a:buNone/>
          <a:tabLst/>
          <a:defRPr kumimoji="0" lang="de-DE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1042988" rtl="0" eaLnBrk="1" fontAlgn="base" latinLnBrk="0" hangingPunct="1">
          <a:lnSpc>
            <a:spcPts val="3200"/>
          </a:lnSpc>
          <a:spcBef>
            <a:spcPct val="0"/>
          </a:spcBef>
          <a:spcAft>
            <a:spcPts val="1600"/>
          </a:spcAft>
          <a:buClrTx/>
          <a:buSzTx/>
          <a:buFontTx/>
          <a:buNone/>
          <a:tabLst/>
          <a:defRPr kumimoji="0" lang="de-DE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ZHAW">
        <a:dk1>
          <a:srgbClr val="000000"/>
        </a:dk1>
        <a:lt1>
          <a:srgbClr val="FFFFFF"/>
        </a:lt1>
        <a:dk2>
          <a:srgbClr val="9A9A9C"/>
        </a:dk2>
        <a:lt2>
          <a:srgbClr val="0064A6"/>
        </a:lt2>
        <a:accent1>
          <a:srgbClr val="80B2D3"/>
        </a:accent1>
        <a:accent2>
          <a:srgbClr val="D54E12"/>
        </a:accent2>
        <a:accent3>
          <a:srgbClr val="83B819"/>
        </a:accent3>
        <a:accent4>
          <a:srgbClr val="F0B600"/>
        </a:accent4>
        <a:accent5>
          <a:srgbClr val="6A205F"/>
        </a:accent5>
        <a:accent6>
          <a:srgbClr val="EDDBAB"/>
        </a:accent6>
        <a:hlink>
          <a:srgbClr val="583119"/>
        </a:hlink>
        <a:folHlink>
          <a:srgbClr val="9A9A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9A2B38950AE8548890E5332BA44CA34" ma:contentTypeVersion="12" ma:contentTypeDescription="Ein neues Dokument erstellen." ma:contentTypeScope="" ma:versionID="0f4e968034c5e732f83adbe095b483ab">
  <xsd:schema xmlns:xsd="http://www.w3.org/2001/XMLSchema" xmlns:xs="http://www.w3.org/2001/XMLSchema" xmlns:p="http://schemas.microsoft.com/office/2006/metadata/properties" xmlns:ns2="33479eef-33d4-475d-8587-e5eacedb0d3d" xmlns:ns3="b96c4b8b-ac51-4ccb-b8bb-acea2936e492" targetNamespace="http://schemas.microsoft.com/office/2006/metadata/properties" ma:root="true" ma:fieldsID="18a677a67ab11ffe48b66959aafa7fdb" ns2:_="" ns3:_="">
    <xsd:import namespace="33479eef-33d4-475d-8587-e5eacedb0d3d"/>
    <xsd:import namespace="b96c4b8b-ac51-4ccb-b8bb-acea2936e4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479eef-33d4-475d-8587-e5eacedb0d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19e3ed14-352d-4aa2-a63b-0b06d7ab5f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6c4b8b-ac51-4ccb-b8bb-acea2936e49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a65349c-dd25-46c9-87fb-d8ce4dacb250}" ma:internalName="TaxCatchAll" ma:showField="CatchAllData" ma:web="b96c4b8b-ac51-4ccb-b8bb-acea2936e4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6c4b8b-ac51-4ccb-b8bb-acea2936e492" xsi:nil="true"/>
    <lcf76f155ced4ddcb4097134ff3c332f xmlns="33479eef-33d4-475d-8587-e5eacedb0d3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2FF832-6016-4B9F-A81C-946E1746F7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5B75D8-3551-4513-87E4-CF4853B9F67F}">
  <ds:schemaRefs>
    <ds:schemaRef ds:uri="33479eef-33d4-475d-8587-e5eacedb0d3d"/>
    <ds:schemaRef ds:uri="b96c4b8b-ac51-4ccb-b8bb-acea2936e49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065C450-B654-4FE7-A9C4-AF99FD17F7A7}">
  <ds:schemaRefs>
    <ds:schemaRef ds:uri="33479eef-33d4-475d-8587-e5eacedb0d3d"/>
    <ds:schemaRef ds:uri="b96c4b8b-ac51-4ccb-b8bb-acea2936e49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Application>Microsoft Office PowerPoint</Application>
  <PresentationFormat>Widescreen</PresentationFormat>
  <Slides>12</Slides>
  <Notes>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Folienvorlage_SoE_deutsch_blaues Logo</vt:lpstr>
      <vt:lpstr>ZHAW_SoE_blau</vt:lpstr>
      <vt:lpstr>zhaw_Folien_deutsch</vt:lpstr>
      <vt:lpstr>PowerPoint Presentation</vt:lpstr>
      <vt:lpstr>Introduction</vt:lpstr>
      <vt:lpstr>Vehicle Risk Factors</vt:lpstr>
      <vt:lpstr>PowerPoint Presentation</vt:lpstr>
      <vt:lpstr>User Stories</vt:lpstr>
      <vt:lpstr>Design</vt:lpstr>
      <vt:lpstr>Major Project Constraints</vt:lpstr>
      <vt:lpstr>PowerPoint Presentation</vt:lpstr>
      <vt:lpstr>Expected Accomplishments for the end of this term</vt:lpstr>
      <vt:lpstr>Division of Work - Who is doing what on the project </vt:lpstr>
      <vt:lpstr>Expected Demo at Expo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Runways</dc:title>
  <dc:creator>Waltert Manuel (wate)</dc:creator>
  <cp:revision>4</cp:revision>
  <cp:lastPrinted>2013-12-18T11:20:42Z</cp:lastPrinted>
  <dcterms:created xsi:type="dcterms:W3CDTF">2019-06-11T06:45:56Z</dcterms:created>
  <dcterms:modified xsi:type="dcterms:W3CDTF">2025-10-28T01:10:11Z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2021-10-01T06:02:59Z</vt:lpwstr>
  </property>
  <property fmtid="{D5CDD505-2E9C-101B-9397-08002B2CF9AE}" pid="4" name="MSIP_Label_10d9bad3-6dac-4e9a-89a3-89f3b8d247b2_Method">
    <vt:lpwstr>Privileged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aec16c26-45a1-42ac-9c34-85e8c706e62f</vt:lpwstr>
  </property>
  <property fmtid="{D5CDD505-2E9C-101B-9397-08002B2CF9AE}" pid="8" name="MSIP_Label_10d9bad3-6dac-4e9a-89a3-89f3b8d247b2_ContentBits">
    <vt:lpwstr>0</vt:lpwstr>
  </property>
  <property fmtid="{D5CDD505-2E9C-101B-9397-08002B2CF9AE}" pid="9" name="ContentTypeId">
    <vt:lpwstr>0x01010039A2B38950AE8548890E5332BA44CA34</vt:lpwstr>
  </property>
  <property fmtid="{D5CDD505-2E9C-101B-9397-08002B2CF9AE}" pid="10" name="MediaServiceImageTags">
    <vt:lpwstr/>
  </property>
</Properties>
</file>